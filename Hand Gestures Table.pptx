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2" r:id="rId2"/>
    <p:sldMasterId id="2147483715" r:id="rId3"/>
  </p:sldMasterIdLst>
  <p:sldIdLst>
    <p:sldId id="256" r:id="rId4"/>
    <p:sldId id="257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845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813319">
            <a:off x="-2155835" y="-45656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 rot="-649785" flipH="1">
            <a:off x="8633970" y="-984566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>
            <a:off x="1500517" y="2984134"/>
            <a:ext cx="9962231" cy="63624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 rot="8823147">
            <a:off x="-3020503" y="3745031"/>
            <a:ext cx="7987189" cy="748424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>
            <a:off x="8714985" y="-190000"/>
            <a:ext cx="6581087" cy="5026448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649785">
            <a:off x="954870" y="5868167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2"/>
          <p:cNvSpPr/>
          <p:nvPr/>
        </p:nvSpPr>
        <p:spPr>
          <a:xfrm rot="1244193">
            <a:off x="5449223" y="-1036357"/>
            <a:ext cx="10434795" cy="383714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2"/>
          <p:cNvSpPr/>
          <p:nvPr/>
        </p:nvSpPr>
        <p:spPr>
          <a:xfrm rot="-9555807">
            <a:off x="-8159178" y="3063059"/>
            <a:ext cx="10434795" cy="383714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64200" y="1992267"/>
            <a:ext cx="10263600" cy="21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8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2616733" y="4134100"/>
            <a:ext cx="6958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1806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rot="-10285629">
            <a:off x="5521165" y="-2686831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3"/>
          <p:cNvSpPr/>
          <p:nvPr/>
        </p:nvSpPr>
        <p:spPr>
          <a:xfrm flipH="1">
            <a:off x="9091505" y="3448885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3"/>
          <p:cNvSpPr/>
          <p:nvPr/>
        </p:nvSpPr>
        <p:spPr>
          <a:xfrm rot="9748587" flipH="1">
            <a:off x="7468703" y="2695020"/>
            <a:ext cx="10934592" cy="402093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3"/>
          <p:cNvSpPr/>
          <p:nvPr/>
        </p:nvSpPr>
        <p:spPr>
          <a:xfrm rot="4102346" flipH="1">
            <a:off x="-3027956" y="5074463"/>
            <a:ext cx="12555117" cy="801836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3"/>
          <p:cNvSpPr/>
          <p:nvPr/>
        </p:nvSpPr>
        <p:spPr>
          <a:xfrm rot="813319">
            <a:off x="-4774235" y="-1900963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955400" y="2572367"/>
            <a:ext cx="9881200" cy="2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964400" y="1126985"/>
            <a:ext cx="1997600" cy="1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955400" y="4771800"/>
            <a:ext cx="9881200" cy="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087103" y="-5601329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8302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 rot="813319">
            <a:off x="-938668" y="312277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4"/>
          <p:cNvSpPr/>
          <p:nvPr/>
        </p:nvSpPr>
        <p:spPr>
          <a:xfrm rot="-5553048">
            <a:off x="-4562250" y="2134197"/>
            <a:ext cx="7987156" cy="7484208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32;p4"/>
          <p:cNvSpPr/>
          <p:nvPr/>
        </p:nvSpPr>
        <p:spPr>
          <a:xfrm rot="-1460553" flipH="1">
            <a:off x="8936510" y="-882447"/>
            <a:ext cx="9962073" cy="63623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4"/>
          <p:cNvSpPr/>
          <p:nvPr/>
        </p:nvSpPr>
        <p:spPr>
          <a:xfrm rot="3657786">
            <a:off x="9657409" y="1190851"/>
            <a:ext cx="6078609" cy="18211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4"/>
          <p:cNvSpPr/>
          <p:nvPr/>
        </p:nvSpPr>
        <p:spPr>
          <a:xfrm rot="3624623">
            <a:off x="7682224" y="811266"/>
            <a:ext cx="10434704" cy="383710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960000" y="583600"/>
            <a:ext cx="10270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960000" y="1460600"/>
            <a:ext cx="10270400" cy="4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67">
                <a:latin typeface="Manrope"/>
                <a:ea typeface="Manrope"/>
                <a:cs typeface="Manrope"/>
                <a:sym typeface="Manrope"/>
              </a:defRPr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077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-6037807" y="1339984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5"/>
          <p:cNvSpPr/>
          <p:nvPr/>
        </p:nvSpPr>
        <p:spPr>
          <a:xfrm rot="-9405665" flipH="1">
            <a:off x="9128108" y="1708209"/>
            <a:ext cx="9746869" cy="9133113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5"/>
          <p:cNvSpPr/>
          <p:nvPr/>
        </p:nvSpPr>
        <p:spPr>
          <a:xfrm rot="1478505" flipH="1">
            <a:off x="4946044" y="-1333381"/>
            <a:ext cx="10434848" cy="383716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 flipH="1">
            <a:off x="960000" y="585216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2"/>
          </p:nvPr>
        </p:nvSpPr>
        <p:spPr>
          <a:xfrm>
            <a:off x="6386567" y="4495368"/>
            <a:ext cx="31004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6386600" y="5172801"/>
            <a:ext cx="3100400" cy="8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3"/>
          </p:nvPr>
        </p:nvSpPr>
        <p:spPr>
          <a:xfrm>
            <a:off x="2705000" y="4495368"/>
            <a:ext cx="31004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2705033" y="5172801"/>
            <a:ext cx="3100400" cy="8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 rot="9524149" flipH="1">
            <a:off x="-8879229" y="-3900402"/>
            <a:ext cx="12628759" cy="806539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5"/>
          <p:cNvSpPr/>
          <p:nvPr/>
        </p:nvSpPr>
        <p:spPr>
          <a:xfrm rot="-9555841">
            <a:off x="-9047697" y="2411342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8899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 rot="3394465" flipH="1">
            <a:off x="4102780" y="45776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6"/>
          <p:cNvSpPr/>
          <p:nvPr/>
        </p:nvSpPr>
        <p:spPr>
          <a:xfrm>
            <a:off x="7822703" y="-165799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6"/>
          <p:cNvSpPr/>
          <p:nvPr/>
        </p:nvSpPr>
        <p:spPr>
          <a:xfrm rot="3952094">
            <a:off x="6638449" y="-42821"/>
            <a:ext cx="10434836" cy="38371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6"/>
          <p:cNvSpPr/>
          <p:nvPr/>
        </p:nvSpPr>
        <p:spPr>
          <a:xfrm rot="-649760" flipH="1">
            <a:off x="9433523" y="-951011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6"/>
          <p:cNvSpPr/>
          <p:nvPr/>
        </p:nvSpPr>
        <p:spPr>
          <a:xfrm rot="813319">
            <a:off x="-3303669" y="-40990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" name="Google Shape;54;p6"/>
          <p:cNvSpPr/>
          <p:nvPr/>
        </p:nvSpPr>
        <p:spPr>
          <a:xfrm rot="-10285603">
            <a:off x="-6269205" y="5003789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6"/>
          <p:cNvSpPr/>
          <p:nvPr/>
        </p:nvSpPr>
        <p:spPr>
          <a:xfrm rot="-7426355">
            <a:off x="-7410056" y="1510440"/>
            <a:ext cx="10434728" cy="38371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343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 rot="3394465" flipH="1">
            <a:off x="6721980" y="30480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7"/>
          <p:cNvSpPr/>
          <p:nvPr/>
        </p:nvSpPr>
        <p:spPr>
          <a:xfrm rot="-10285603">
            <a:off x="9533762" y="-3021844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60;p7"/>
          <p:cNvSpPr/>
          <p:nvPr/>
        </p:nvSpPr>
        <p:spPr>
          <a:xfrm rot="955394" flipH="1">
            <a:off x="1947815" y="-2930283"/>
            <a:ext cx="10434704" cy="383710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6096000" y="1825767"/>
            <a:ext cx="5134000" cy="44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867"/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754" lvl="2" indent="-431789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339" lvl="3" indent="-431789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7924" lvl="4" indent="-4402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3657509" lvl="5" indent="-4402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4267093" lvl="6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678" lvl="7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263" lvl="8" indent="-440256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7554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 rot="-813319" flipH="1">
            <a:off x="5910265" y="-45656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8"/>
          <p:cNvSpPr/>
          <p:nvPr/>
        </p:nvSpPr>
        <p:spPr>
          <a:xfrm rot="649785">
            <a:off x="-2421926" y="-984566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66;p8"/>
          <p:cNvSpPr/>
          <p:nvPr/>
        </p:nvSpPr>
        <p:spPr>
          <a:xfrm flipH="1">
            <a:off x="827827" y="2984134"/>
            <a:ext cx="9962231" cy="63624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67;p8"/>
          <p:cNvSpPr/>
          <p:nvPr/>
        </p:nvSpPr>
        <p:spPr>
          <a:xfrm rot="-8823147" flipH="1">
            <a:off x="7323887" y="3745031"/>
            <a:ext cx="7987189" cy="748424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8"/>
          <p:cNvSpPr/>
          <p:nvPr/>
        </p:nvSpPr>
        <p:spPr>
          <a:xfrm flipH="1">
            <a:off x="-3005496" y="-190000"/>
            <a:ext cx="6581087" cy="5026448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8"/>
          <p:cNvSpPr/>
          <p:nvPr/>
        </p:nvSpPr>
        <p:spPr>
          <a:xfrm rot="-649785" flipH="1">
            <a:off x="5257174" y="5868167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8"/>
          <p:cNvSpPr/>
          <p:nvPr/>
        </p:nvSpPr>
        <p:spPr>
          <a:xfrm rot="-1244193" flipH="1">
            <a:off x="-3593444" y="-1036357"/>
            <a:ext cx="10434795" cy="383714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8"/>
          <p:cNvSpPr/>
          <p:nvPr/>
        </p:nvSpPr>
        <p:spPr>
          <a:xfrm rot="9555807" flipH="1">
            <a:off x="10014956" y="3063059"/>
            <a:ext cx="10434795" cy="383714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2395800" y="1735733"/>
            <a:ext cx="7400400" cy="33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666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056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 rot="813319">
            <a:off x="-3303669" y="-67406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75;p9"/>
          <p:cNvSpPr/>
          <p:nvPr/>
        </p:nvSpPr>
        <p:spPr>
          <a:xfrm rot="3394465" flipH="1">
            <a:off x="5423580" y="68128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76;p9"/>
          <p:cNvSpPr/>
          <p:nvPr/>
        </p:nvSpPr>
        <p:spPr>
          <a:xfrm>
            <a:off x="9346703" y="-165799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9"/>
          <p:cNvSpPr/>
          <p:nvPr/>
        </p:nvSpPr>
        <p:spPr>
          <a:xfrm rot="3406877">
            <a:off x="4130747" y="-42834"/>
            <a:ext cx="10434787" cy="383714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" name="Google Shape;78;p9"/>
          <p:cNvSpPr/>
          <p:nvPr/>
        </p:nvSpPr>
        <p:spPr>
          <a:xfrm rot="-649760" flipH="1">
            <a:off x="9433523" y="-951011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9"/>
          <p:cNvSpPr/>
          <p:nvPr/>
        </p:nvSpPr>
        <p:spPr>
          <a:xfrm rot="-10285603">
            <a:off x="-6269205" y="5003789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9"/>
          <p:cNvSpPr/>
          <p:nvPr/>
        </p:nvSpPr>
        <p:spPr>
          <a:xfrm rot="-7426355">
            <a:off x="-7410056" y="1510440"/>
            <a:ext cx="10434728" cy="38371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964400" y="1034133"/>
            <a:ext cx="8183200" cy="2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66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1066000" y="3444667"/>
            <a:ext cx="8183200" cy="2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203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964400" y="1754600"/>
            <a:ext cx="3695600" cy="33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942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 rot="-10285629">
            <a:off x="6755265" y="-2832497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88;p11"/>
          <p:cNvSpPr/>
          <p:nvPr/>
        </p:nvSpPr>
        <p:spPr>
          <a:xfrm flipH="1">
            <a:off x="10589338" y="1339984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89;p11"/>
          <p:cNvSpPr/>
          <p:nvPr/>
        </p:nvSpPr>
        <p:spPr>
          <a:xfrm rot="2839443">
            <a:off x="-411223" y="3256046"/>
            <a:ext cx="8536188" cy="758557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90;p11"/>
          <p:cNvSpPr/>
          <p:nvPr/>
        </p:nvSpPr>
        <p:spPr>
          <a:xfrm rot="9405665">
            <a:off x="-5740487" y="1708242"/>
            <a:ext cx="9746869" cy="9133113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91;p11"/>
          <p:cNvSpPr/>
          <p:nvPr/>
        </p:nvSpPr>
        <p:spPr>
          <a:xfrm rot="-1478505">
            <a:off x="-3112801" y="-1333381"/>
            <a:ext cx="10434848" cy="383716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11"/>
          <p:cNvSpPr/>
          <p:nvPr/>
        </p:nvSpPr>
        <p:spPr>
          <a:xfrm rot="9555841" flipH="1">
            <a:off x="9364603" y="2411342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" name="Google Shape;93;p11"/>
          <p:cNvSpPr txBox="1">
            <a:spLocks noGrp="1"/>
          </p:cNvSpPr>
          <p:nvPr>
            <p:ph type="title" hasCustomPrompt="1"/>
          </p:nvPr>
        </p:nvSpPr>
        <p:spPr>
          <a:xfrm>
            <a:off x="1664800" y="2037600"/>
            <a:ext cx="8862400" cy="20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4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94" name="Google Shape;94;p11"/>
          <p:cNvSpPr txBox="1">
            <a:spLocks noGrp="1"/>
          </p:cNvSpPr>
          <p:nvPr>
            <p:ph type="subTitle" idx="1"/>
          </p:nvPr>
        </p:nvSpPr>
        <p:spPr>
          <a:xfrm>
            <a:off x="1664600" y="4152233"/>
            <a:ext cx="88624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776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827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-514371" flipH="1">
            <a:off x="6061599" y="775571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13"/>
          <p:cNvSpPr/>
          <p:nvPr/>
        </p:nvSpPr>
        <p:spPr>
          <a:xfrm rot="10800000">
            <a:off x="8786705" y="-2440704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13"/>
          <p:cNvSpPr/>
          <p:nvPr/>
        </p:nvSpPr>
        <p:spPr>
          <a:xfrm rot="1051413">
            <a:off x="7163903" y="-797147"/>
            <a:ext cx="10934592" cy="402093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100;p13"/>
          <p:cNvSpPr/>
          <p:nvPr/>
        </p:nvSpPr>
        <p:spPr>
          <a:xfrm rot="6697654">
            <a:off x="-4497923" y="-6489527"/>
            <a:ext cx="12555117" cy="801836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101;p13"/>
          <p:cNvSpPr/>
          <p:nvPr/>
        </p:nvSpPr>
        <p:spPr>
          <a:xfrm rot="9986681" flipH="1">
            <a:off x="-5574069" y="1390732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4526617" y="2129233"/>
            <a:ext cx="5140800" cy="2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2" hasCustomPrompt="1"/>
          </p:nvPr>
        </p:nvSpPr>
        <p:spPr>
          <a:xfrm>
            <a:off x="2524584" y="2236852"/>
            <a:ext cx="1997600" cy="1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"/>
          </p:nvPr>
        </p:nvSpPr>
        <p:spPr>
          <a:xfrm>
            <a:off x="4526617" y="4328652"/>
            <a:ext cx="3670000" cy="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 rot="10800000" flipH="1">
            <a:off x="1039103" y="463837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58027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 rot="-10285629">
            <a:off x="5521165" y="-2686831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14"/>
          <p:cNvSpPr/>
          <p:nvPr/>
        </p:nvSpPr>
        <p:spPr>
          <a:xfrm flipH="1">
            <a:off x="9091505" y="3448885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14"/>
          <p:cNvSpPr/>
          <p:nvPr/>
        </p:nvSpPr>
        <p:spPr>
          <a:xfrm rot="9748587" flipH="1">
            <a:off x="7468703" y="2695020"/>
            <a:ext cx="10934592" cy="402093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14"/>
          <p:cNvSpPr/>
          <p:nvPr/>
        </p:nvSpPr>
        <p:spPr>
          <a:xfrm rot="4102346" flipH="1">
            <a:off x="-3027956" y="5074463"/>
            <a:ext cx="12555117" cy="801836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" name="Google Shape;111;p14"/>
          <p:cNvSpPr/>
          <p:nvPr/>
        </p:nvSpPr>
        <p:spPr>
          <a:xfrm rot="813319">
            <a:off x="-4774235" y="-1900963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" name="Google Shape;112;p14"/>
          <p:cNvSpPr txBox="1">
            <a:spLocks noGrp="1"/>
          </p:cNvSpPr>
          <p:nvPr>
            <p:ph type="title"/>
          </p:nvPr>
        </p:nvSpPr>
        <p:spPr>
          <a:xfrm>
            <a:off x="2066600" y="2572367"/>
            <a:ext cx="8058800" cy="2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title" idx="2" hasCustomPrompt="1"/>
          </p:nvPr>
        </p:nvSpPr>
        <p:spPr>
          <a:xfrm>
            <a:off x="5097200" y="1126985"/>
            <a:ext cx="1997600" cy="1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14" name="Google Shape;114;p14"/>
          <p:cNvSpPr txBox="1">
            <a:spLocks noGrp="1"/>
          </p:cNvSpPr>
          <p:nvPr>
            <p:ph type="subTitle" idx="1"/>
          </p:nvPr>
        </p:nvSpPr>
        <p:spPr>
          <a:xfrm>
            <a:off x="3219427" y="4771799"/>
            <a:ext cx="5753200" cy="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4087103" y="-5601329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73264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 rot="-10285629">
            <a:off x="5521165" y="-2686831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15"/>
          <p:cNvSpPr/>
          <p:nvPr/>
        </p:nvSpPr>
        <p:spPr>
          <a:xfrm flipH="1">
            <a:off x="9091505" y="3448885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15"/>
          <p:cNvSpPr/>
          <p:nvPr/>
        </p:nvSpPr>
        <p:spPr>
          <a:xfrm rot="9748587" flipH="1">
            <a:off x="7468703" y="2695020"/>
            <a:ext cx="10934592" cy="402093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5"/>
          <p:cNvSpPr/>
          <p:nvPr/>
        </p:nvSpPr>
        <p:spPr>
          <a:xfrm rot="4102346" flipH="1">
            <a:off x="-3027956" y="5074463"/>
            <a:ext cx="12555117" cy="801836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5"/>
          <p:cNvSpPr/>
          <p:nvPr/>
        </p:nvSpPr>
        <p:spPr>
          <a:xfrm rot="813319">
            <a:off x="-4774235" y="-1900963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1745933" y="2775567"/>
            <a:ext cx="8995200" cy="2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2" hasCustomPrompt="1"/>
          </p:nvPr>
        </p:nvSpPr>
        <p:spPr>
          <a:xfrm>
            <a:off x="8088067" y="922519"/>
            <a:ext cx="1997600" cy="1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4" name="Google Shape;124;p15"/>
          <p:cNvSpPr txBox="1">
            <a:spLocks noGrp="1"/>
          </p:cNvSpPr>
          <p:nvPr>
            <p:ph type="subTitle" idx="1"/>
          </p:nvPr>
        </p:nvSpPr>
        <p:spPr>
          <a:xfrm>
            <a:off x="1745933" y="4975000"/>
            <a:ext cx="8995200" cy="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4087103" y="-5601329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50963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 rot="9339447" flipH="1">
            <a:off x="-6876941" y="2926827"/>
            <a:ext cx="9962073" cy="63623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16"/>
          <p:cNvSpPr/>
          <p:nvPr/>
        </p:nvSpPr>
        <p:spPr>
          <a:xfrm>
            <a:off x="1491422" y="2065591"/>
            <a:ext cx="1801116" cy="1297527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16"/>
          <p:cNvSpPr/>
          <p:nvPr/>
        </p:nvSpPr>
        <p:spPr>
          <a:xfrm flipH="1">
            <a:off x="6421685" y="2065601"/>
            <a:ext cx="1801116" cy="1297527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16"/>
          <p:cNvSpPr/>
          <p:nvPr/>
        </p:nvSpPr>
        <p:spPr>
          <a:xfrm flipH="1">
            <a:off x="9216114" y="1986050"/>
            <a:ext cx="1549665" cy="1377089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" name="Google Shape;131;p16"/>
          <p:cNvSpPr/>
          <p:nvPr/>
        </p:nvSpPr>
        <p:spPr>
          <a:xfrm>
            <a:off x="4067601" y="2025818"/>
            <a:ext cx="1460129" cy="129752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" name="Google Shape;132;p16"/>
          <p:cNvSpPr/>
          <p:nvPr/>
        </p:nvSpPr>
        <p:spPr>
          <a:xfrm rot="-10285603">
            <a:off x="9533762" y="-3021844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" name="Google Shape;133;p16"/>
          <p:cNvSpPr/>
          <p:nvPr/>
        </p:nvSpPr>
        <p:spPr>
          <a:xfrm rot="649785">
            <a:off x="9130704" y="-325366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16"/>
          <p:cNvSpPr/>
          <p:nvPr/>
        </p:nvSpPr>
        <p:spPr>
          <a:xfrm rot="813319">
            <a:off x="-5732535" y="-629003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" name="Google Shape;135;p16"/>
          <p:cNvSpPr/>
          <p:nvPr/>
        </p:nvSpPr>
        <p:spPr>
          <a:xfrm rot="9089871">
            <a:off x="9399935" y="2525041"/>
            <a:ext cx="10434933" cy="383719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" name="Google Shape;136;p16"/>
          <p:cNvSpPr/>
          <p:nvPr/>
        </p:nvSpPr>
        <p:spPr>
          <a:xfrm rot="-576017">
            <a:off x="-6434039" y="-896366"/>
            <a:ext cx="10434765" cy="383713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977033" y="3509733"/>
            <a:ext cx="2448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subTitle" idx="1"/>
          </p:nvPr>
        </p:nvSpPr>
        <p:spPr>
          <a:xfrm>
            <a:off x="977049" y="4682288"/>
            <a:ext cx="2448000" cy="11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 idx="2" hasCustomPrompt="1"/>
          </p:nvPr>
        </p:nvSpPr>
        <p:spPr>
          <a:xfrm>
            <a:off x="977035" y="2415785"/>
            <a:ext cx="2448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0" name="Google Shape;140;p16"/>
          <p:cNvSpPr txBox="1">
            <a:spLocks noGrp="1"/>
          </p:cNvSpPr>
          <p:nvPr>
            <p:ph type="title" idx="3"/>
          </p:nvPr>
        </p:nvSpPr>
        <p:spPr>
          <a:xfrm>
            <a:off x="3573667" y="3509733"/>
            <a:ext cx="2448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ubTitle" idx="4"/>
          </p:nvPr>
        </p:nvSpPr>
        <p:spPr>
          <a:xfrm>
            <a:off x="3573683" y="4682288"/>
            <a:ext cx="2448000" cy="11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 idx="5"/>
          </p:nvPr>
        </p:nvSpPr>
        <p:spPr>
          <a:xfrm>
            <a:off x="6170300" y="3509733"/>
            <a:ext cx="2448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6"/>
          </p:nvPr>
        </p:nvSpPr>
        <p:spPr>
          <a:xfrm>
            <a:off x="6170316" y="4682288"/>
            <a:ext cx="2448000" cy="11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title" idx="7"/>
          </p:nvPr>
        </p:nvSpPr>
        <p:spPr>
          <a:xfrm>
            <a:off x="8766933" y="3509733"/>
            <a:ext cx="2448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ubTitle" idx="8"/>
          </p:nvPr>
        </p:nvSpPr>
        <p:spPr>
          <a:xfrm>
            <a:off x="8766949" y="4682288"/>
            <a:ext cx="2448000" cy="11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title" idx="9" hasCustomPrompt="1"/>
          </p:nvPr>
        </p:nvSpPr>
        <p:spPr>
          <a:xfrm>
            <a:off x="3573661" y="2415785"/>
            <a:ext cx="2448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7" name="Google Shape;147;p16"/>
          <p:cNvSpPr txBox="1">
            <a:spLocks noGrp="1"/>
          </p:cNvSpPr>
          <p:nvPr>
            <p:ph type="title" idx="13" hasCustomPrompt="1"/>
          </p:nvPr>
        </p:nvSpPr>
        <p:spPr>
          <a:xfrm>
            <a:off x="6170295" y="2415785"/>
            <a:ext cx="2448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8" name="Google Shape;148;p16"/>
          <p:cNvSpPr txBox="1">
            <a:spLocks noGrp="1"/>
          </p:cNvSpPr>
          <p:nvPr>
            <p:ph type="title" idx="14" hasCustomPrompt="1"/>
          </p:nvPr>
        </p:nvSpPr>
        <p:spPr>
          <a:xfrm>
            <a:off x="8766928" y="2415785"/>
            <a:ext cx="2448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 idx="15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0563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 rot="-9339447">
            <a:off x="9491257" y="4288694"/>
            <a:ext cx="9962073" cy="63623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2" name="Google Shape;152;p17"/>
          <p:cNvSpPr/>
          <p:nvPr/>
        </p:nvSpPr>
        <p:spPr>
          <a:xfrm rot="10285603" flipH="1">
            <a:off x="-8117819" y="-2157177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3" name="Google Shape;153;p17"/>
          <p:cNvSpPr/>
          <p:nvPr/>
        </p:nvSpPr>
        <p:spPr>
          <a:xfrm rot="-649785" flipH="1">
            <a:off x="-1669211" y="-649599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4" name="Google Shape;154;p17"/>
          <p:cNvSpPr/>
          <p:nvPr/>
        </p:nvSpPr>
        <p:spPr>
          <a:xfrm rot="-813319" flipH="1">
            <a:off x="10204213" y="-47551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" name="Google Shape;155;p17"/>
          <p:cNvSpPr/>
          <p:nvPr/>
        </p:nvSpPr>
        <p:spPr>
          <a:xfrm rot="-9989847" flipH="1">
            <a:off x="-6547775" y="3947473"/>
            <a:ext cx="10434953" cy="383720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6" name="Google Shape;156;p17"/>
          <p:cNvSpPr/>
          <p:nvPr/>
        </p:nvSpPr>
        <p:spPr>
          <a:xfrm rot="-323977" flipH="1">
            <a:off x="8067060" y="-1302769"/>
            <a:ext cx="10434864" cy="38371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2650233" y="1883600"/>
            <a:ext cx="3240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1"/>
          </p:nvPr>
        </p:nvSpPr>
        <p:spPr>
          <a:xfrm>
            <a:off x="2650267" y="3056167"/>
            <a:ext cx="3240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title" idx="2" hasCustomPrompt="1"/>
          </p:nvPr>
        </p:nvSpPr>
        <p:spPr>
          <a:xfrm>
            <a:off x="1127733" y="2517400"/>
            <a:ext cx="108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0" name="Google Shape;160;p17"/>
          <p:cNvSpPr txBox="1">
            <a:spLocks noGrp="1"/>
          </p:cNvSpPr>
          <p:nvPr>
            <p:ph type="title" idx="3"/>
          </p:nvPr>
        </p:nvSpPr>
        <p:spPr>
          <a:xfrm>
            <a:off x="2570800" y="4216997"/>
            <a:ext cx="3240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subTitle" idx="4"/>
          </p:nvPr>
        </p:nvSpPr>
        <p:spPr>
          <a:xfrm>
            <a:off x="2570833" y="5389563"/>
            <a:ext cx="3240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title" idx="5"/>
          </p:nvPr>
        </p:nvSpPr>
        <p:spPr>
          <a:xfrm>
            <a:off x="8001000" y="1883584"/>
            <a:ext cx="3240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6"/>
          </p:nvPr>
        </p:nvSpPr>
        <p:spPr>
          <a:xfrm>
            <a:off x="8001033" y="3056136"/>
            <a:ext cx="3240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 idx="7"/>
          </p:nvPr>
        </p:nvSpPr>
        <p:spPr>
          <a:xfrm>
            <a:off x="7974928" y="4216984"/>
            <a:ext cx="3240000" cy="11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8"/>
          </p:nvPr>
        </p:nvSpPr>
        <p:spPr>
          <a:xfrm>
            <a:off x="7974933" y="5389548"/>
            <a:ext cx="32400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title" idx="9" hasCustomPrompt="1"/>
          </p:nvPr>
        </p:nvSpPr>
        <p:spPr>
          <a:xfrm>
            <a:off x="1127731" y="4859000"/>
            <a:ext cx="108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7" name="Google Shape;167;p17"/>
          <p:cNvSpPr txBox="1">
            <a:spLocks noGrp="1"/>
          </p:cNvSpPr>
          <p:nvPr>
            <p:ph type="title" idx="13" hasCustomPrompt="1"/>
          </p:nvPr>
        </p:nvSpPr>
        <p:spPr>
          <a:xfrm>
            <a:off x="6526797" y="2517400"/>
            <a:ext cx="108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8" name="Google Shape;168;p17"/>
          <p:cNvSpPr txBox="1">
            <a:spLocks noGrp="1"/>
          </p:cNvSpPr>
          <p:nvPr>
            <p:ph type="title" idx="14" hasCustomPrompt="1"/>
          </p:nvPr>
        </p:nvSpPr>
        <p:spPr>
          <a:xfrm>
            <a:off x="6526797" y="4859000"/>
            <a:ext cx="108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9" name="Google Shape;169;p17"/>
          <p:cNvSpPr txBox="1">
            <a:spLocks noGrp="1"/>
          </p:cNvSpPr>
          <p:nvPr>
            <p:ph type="title" idx="15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6324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>
            <a:spLocks noGrp="1"/>
          </p:cNvSpPr>
          <p:nvPr>
            <p:ph type="title"/>
          </p:nvPr>
        </p:nvSpPr>
        <p:spPr>
          <a:xfrm>
            <a:off x="964400" y="4536017"/>
            <a:ext cx="51316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1"/>
          </p:nvPr>
        </p:nvSpPr>
        <p:spPr>
          <a:xfrm>
            <a:off x="964467" y="1096667"/>
            <a:ext cx="6536000" cy="27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470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/>
          <p:nvPr/>
        </p:nvSpPr>
        <p:spPr>
          <a:xfrm rot="-7269862" flipH="1">
            <a:off x="2648573" y="-6140984"/>
            <a:ext cx="9962185" cy="6362381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5" name="Google Shape;175;p19"/>
          <p:cNvSpPr/>
          <p:nvPr/>
        </p:nvSpPr>
        <p:spPr>
          <a:xfrm rot="-10558870">
            <a:off x="7363709" y="-247100"/>
            <a:ext cx="8536147" cy="7585539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6" name="Google Shape;176;p19"/>
          <p:cNvSpPr/>
          <p:nvPr/>
        </p:nvSpPr>
        <p:spPr>
          <a:xfrm rot="6189239">
            <a:off x="5767614" y="1447973"/>
            <a:ext cx="10434621" cy="383707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7" name="Google Shape;177;p19"/>
          <p:cNvSpPr/>
          <p:nvPr/>
        </p:nvSpPr>
        <p:spPr>
          <a:xfrm rot="514371">
            <a:off x="-6907511" y="-1306237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8" name="Google Shape;178;p19"/>
          <p:cNvSpPr/>
          <p:nvPr/>
        </p:nvSpPr>
        <p:spPr>
          <a:xfrm rot="2141143">
            <a:off x="-1720091" y="-3888671"/>
            <a:ext cx="7688915" cy="491054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9" name="Google Shape;179;p19"/>
          <p:cNvSpPr/>
          <p:nvPr/>
        </p:nvSpPr>
        <p:spPr>
          <a:xfrm rot="10800000">
            <a:off x="-169287" y="4536017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0" name="Google Shape;180;p19"/>
          <p:cNvSpPr/>
          <p:nvPr/>
        </p:nvSpPr>
        <p:spPr>
          <a:xfrm rot="-7948588">
            <a:off x="-6940187" y="2025431"/>
            <a:ext cx="10934547" cy="402091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1" name="Google Shape;181;p19"/>
          <p:cNvSpPr txBox="1">
            <a:spLocks noGrp="1"/>
          </p:cNvSpPr>
          <p:nvPr>
            <p:ph type="title"/>
          </p:nvPr>
        </p:nvSpPr>
        <p:spPr>
          <a:xfrm>
            <a:off x="2753101" y="4348380"/>
            <a:ext cx="66860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subTitle" idx="1"/>
          </p:nvPr>
        </p:nvSpPr>
        <p:spPr>
          <a:xfrm>
            <a:off x="1838200" y="1797416"/>
            <a:ext cx="8515600" cy="188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70643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 rot="-3394465">
            <a:off x="-3906493" y="45776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5" name="Google Shape;185;p20"/>
          <p:cNvSpPr/>
          <p:nvPr/>
        </p:nvSpPr>
        <p:spPr>
          <a:xfrm flipH="1">
            <a:off x="-5442616" y="-165799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" name="Google Shape;186;p20"/>
          <p:cNvSpPr/>
          <p:nvPr/>
        </p:nvSpPr>
        <p:spPr>
          <a:xfrm rot="-3952094" flipH="1">
            <a:off x="-5272541" y="-42821"/>
            <a:ext cx="10434836" cy="38371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" name="Google Shape;187;p20"/>
          <p:cNvSpPr/>
          <p:nvPr/>
        </p:nvSpPr>
        <p:spPr>
          <a:xfrm rot="649760">
            <a:off x="-4265425" y="-951011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8" name="Google Shape;188;p20"/>
          <p:cNvSpPr/>
          <p:nvPr/>
        </p:nvSpPr>
        <p:spPr>
          <a:xfrm rot="-813319" flipH="1">
            <a:off x="6568268" y="-40990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9" name="Google Shape;189;p20"/>
          <p:cNvSpPr/>
          <p:nvPr/>
        </p:nvSpPr>
        <p:spPr>
          <a:xfrm rot="10285603" flipH="1">
            <a:off x="8107602" y="5003789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0" name="Google Shape;190;p20"/>
          <p:cNvSpPr/>
          <p:nvPr/>
        </p:nvSpPr>
        <p:spPr>
          <a:xfrm rot="7426355" flipH="1">
            <a:off x="8776069" y="1510440"/>
            <a:ext cx="10434728" cy="38371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1" name="Google Shape;191;p20"/>
          <p:cNvSpPr txBox="1">
            <a:spLocks noGrp="1"/>
          </p:cNvSpPr>
          <p:nvPr>
            <p:ph type="title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1301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 rot="-3394465">
            <a:off x="-4851259" y="6149191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4" name="Google Shape;194;p21"/>
          <p:cNvSpPr/>
          <p:nvPr/>
        </p:nvSpPr>
        <p:spPr>
          <a:xfrm flipH="1">
            <a:off x="-6687816" y="-54039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5" name="Google Shape;195;p21"/>
          <p:cNvSpPr/>
          <p:nvPr/>
        </p:nvSpPr>
        <p:spPr>
          <a:xfrm rot="-3052073" flipH="1">
            <a:off x="-6517749" y="1481174"/>
            <a:ext cx="10434825" cy="383715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6" name="Google Shape;196;p21"/>
          <p:cNvSpPr/>
          <p:nvPr/>
        </p:nvSpPr>
        <p:spPr>
          <a:xfrm rot="649760">
            <a:off x="-5683559" y="2522823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7" name="Google Shape;197;p21"/>
          <p:cNvSpPr/>
          <p:nvPr/>
        </p:nvSpPr>
        <p:spPr>
          <a:xfrm rot="-813319" flipH="1">
            <a:off x="6339068" y="-307344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8" name="Google Shape;198;p21"/>
          <p:cNvSpPr/>
          <p:nvPr/>
        </p:nvSpPr>
        <p:spPr>
          <a:xfrm rot="10285603" flipH="1">
            <a:off x="6386835" y="4889223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9" name="Google Shape;199;p21"/>
          <p:cNvSpPr/>
          <p:nvPr/>
        </p:nvSpPr>
        <p:spPr>
          <a:xfrm rot="4726292" flipH="1">
            <a:off x="7219511" y="3501443"/>
            <a:ext cx="10434692" cy="3837104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" name="Google Shape;200;p21"/>
          <p:cNvSpPr txBox="1">
            <a:spLocks noGrp="1"/>
          </p:cNvSpPr>
          <p:nvPr>
            <p:ph type="title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9563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>
            <a:spLocks noGrp="1"/>
          </p:cNvSpPr>
          <p:nvPr>
            <p:ph type="title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25835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rot="-10285629">
            <a:off x="7771265" y="-3543697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5" name="Google Shape;205;p23"/>
          <p:cNvSpPr/>
          <p:nvPr/>
        </p:nvSpPr>
        <p:spPr>
          <a:xfrm flipH="1">
            <a:off x="10589338" y="1339984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6" name="Google Shape;206;p23"/>
          <p:cNvSpPr/>
          <p:nvPr/>
        </p:nvSpPr>
        <p:spPr>
          <a:xfrm rot="2839443">
            <a:off x="-411223" y="3256046"/>
            <a:ext cx="8536188" cy="758557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" name="Google Shape;207;p23"/>
          <p:cNvSpPr/>
          <p:nvPr/>
        </p:nvSpPr>
        <p:spPr>
          <a:xfrm rot="9405665">
            <a:off x="-5740487" y="1708242"/>
            <a:ext cx="9746869" cy="9133113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8" name="Google Shape;208;p23"/>
          <p:cNvSpPr/>
          <p:nvPr/>
        </p:nvSpPr>
        <p:spPr>
          <a:xfrm rot="-1478505">
            <a:off x="-3112801" y="-1333381"/>
            <a:ext cx="10434848" cy="383716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9" name="Google Shape;209;p23"/>
          <p:cNvSpPr/>
          <p:nvPr/>
        </p:nvSpPr>
        <p:spPr>
          <a:xfrm rot="9555841" flipH="1">
            <a:off x="9364603" y="2411342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1197000" y="1269116"/>
            <a:ext cx="9798000" cy="20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subTitle" idx="1"/>
          </p:nvPr>
        </p:nvSpPr>
        <p:spPr>
          <a:xfrm>
            <a:off x="2310600" y="3311684"/>
            <a:ext cx="7570800" cy="2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149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 rot="4102360" flipH="1">
            <a:off x="-3678111" y="5506248"/>
            <a:ext cx="9962104" cy="636232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" name="Google Shape;214;p24"/>
          <p:cNvSpPr/>
          <p:nvPr/>
        </p:nvSpPr>
        <p:spPr>
          <a:xfrm rot="813319">
            <a:off x="-5751402" y="-231603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5" name="Google Shape;215;p24"/>
          <p:cNvSpPr txBox="1">
            <a:spLocks noGrp="1"/>
          </p:cNvSpPr>
          <p:nvPr>
            <p:ph type="subTitle" idx="1"/>
          </p:nvPr>
        </p:nvSpPr>
        <p:spPr>
          <a:xfrm>
            <a:off x="964400" y="4028100"/>
            <a:ext cx="4525600" cy="15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 flipH="1">
            <a:off x="959767" y="1315900"/>
            <a:ext cx="3851200" cy="2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7" name="Google Shape;217;p24"/>
          <p:cNvSpPr>
            <a:spLocks noGrp="1"/>
          </p:cNvSpPr>
          <p:nvPr>
            <p:ph type="pic" idx="2"/>
          </p:nvPr>
        </p:nvSpPr>
        <p:spPr>
          <a:xfrm>
            <a:off x="5881833" y="-100"/>
            <a:ext cx="63104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331661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/>
          <p:nvPr/>
        </p:nvSpPr>
        <p:spPr>
          <a:xfrm rot="-10285629">
            <a:off x="5521165" y="-2686831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0" name="Google Shape;220;p25"/>
          <p:cNvSpPr/>
          <p:nvPr/>
        </p:nvSpPr>
        <p:spPr>
          <a:xfrm rot="4102346" flipH="1">
            <a:off x="-3027956" y="5074463"/>
            <a:ext cx="12555117" cy="801836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25"/>
          <p:cNvSpPr/>
          <p:nvPr/>
        </p:nvSpPr>
        <p:spPr>
          <a:xfrm rot="813319">
            <a:off x="-4774235" y="-1900963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2" name="Google Shape;222;p25"/>
          <p:cNvSpPr/>
          <p:nvPr/>
        </p:nvSpPr>
        <p:spPr>
          <a:xfrm>
            <a:off x="4087103" y="-5601329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3" name="Google Shape;223;p25"/>
          <p:cNvSpPr txBox="1">
            <a:spLocks noGrp="1"/>
          </p:cNvSpPr>
          <p:nvPr>
            <p:ph type="subTitle" idx="1"/>
          </p:nvPr>
        </p:nvSpPr>
        <p:spPr>
          <a:xfrm>
            <a:off x="964400" y="3055284"/>
            <a:ext cx="4046800" cy="18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title"/>
          </p:nvPr>
        </p:nvSpPr>
        <p:spPr>
          <a:xfrm flipH="1">
            <a:off x="959767" y="1951517"/>
            <a:ext cx="4046800" cy="9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5" name="Google Shape;225;p25"/>
          <p:cNvSpPr/>
          <p:nvPr/>
        </p:nvSpPr>
        <p:spPr>
          <a:xfrm rot="-649760" flipH="1">
            <a:off x="-4527744" y="6019489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472935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/>
          <p:nvPr/>
        </p:nvSpPr>
        <p:spPr>
          <a:xfrm rot="-3394465">
            <a:off x="-5865031" y="5615258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" name="Google Shape;228;p26"/>
          <p:cNvSpPr/>
          <p:nvPr/>
        </p:nvSpPr>
        <p:spPr>
          <a:xfrm flipH="1">
            <a:off x="-7703788" y="-165799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" name="Google Shape;229;p26"/>
          <p:cNvSpPr/>
          <p:nvPr/>
        </p:nvSpPr>
        <p:spPr>
          <a:xfrm rot="-3952094" flipH="1">
            <a:off x="-6368546" y="886712"/>
            <a:ext cx="10434836" cy="38371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" name="Google Shape;230;p26"/>
          <p:cNvSpPr/>
          <p:nvPr/>
        </p:nvSpPr>
        <p:spPr>
          <a:xfrm rot="649760">
            <a:off x="-5618664" y="713489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1" name="Google Shape;231;p26"/>
          <p:cNvSpPr/>
          <p:nvPr/>
        </p:nvSpPr>
        <p:spPr>
          <a:xfrm rot="-813319" flipH="1">
            <a:off x="6036462" y="-4553063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2" name="Google Shape;232;p26"/>
          <p:cNvSpPr/>
          <p:nvPr/>
        </p:nvSpPr>
        <p:spPr>
          <a:xfrm rot="10285603" flipH="1">
            <a:off x="6408463" y="4484990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" name="Google Shape;233;p26"/>
          <p:cNvSpPr/>
          <p:nvPr/>
        </p:nvSpPr>
        <p:spPr>
          <a:xfrm rot="5626330" flipH="1">
            <a:off x="5224700" y="900886"/>
            <a:ext cx="10434680" cy="383710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1"/>
          </p:nvPr>
        </p:nvSpPr>
        <p:spPr>
          <a:xfrm>
            <a:off x="1511867" y="2491633"/>
            <a:ext cx="8298400" cy="31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867"/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754" lvl="2" indent="-431789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339" lvl="3" indent="-431789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7924" lvl="4" indent="-4402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3657509" lvl="5" indent="-4402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4267093" lvl="6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678" lvl="7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263" lvl="8" indent="-440256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5" name="Google Shape;235;p26"/>
          <p:cNvSpPr txBox="1">
            <a:spLocks noGrp="1"/>
          </p:cNvSpPr>
          <p:nvPr>
            <p:ph type="title"/>
          </p:nvPr>
        </p:nvSpPr>
        <p:spPr>
          <a:xfrm>
            <a:off x="1511867" y="1229567"/>
            <a:ext cx="8484800" cy="1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5333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1770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/>
          <p:nvPr/>
        </p:nvSpPr>
        <p:spPr>
          <a:xfrm rot="7585667" flipH="1">
            <a:off x="-7288799" y="1059455"/>
            <a:ext cx="12628819" cy="806543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8" name="Google Shape;238;p27"/>
          <p:cNvSpPr/>
          <p:nvPr/>
        </p:nvSpPr>
        <p:spPr>
          <a:xfrm rot="-5902333">
            <a:off x="5300490" y="3942856"/>
            <a:ext cx="12555351" cy="801851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9" name="Google Shape;239;p27"/>
          <p:cNvSpPr/>
          <p:nvPr/>
        </p:nvSpPr>
        <p:spPr>
          <a:xfrm rot="-2613329" flipH="1">
            <a:off x="6880268" y="-5265389"/>
            <a:ext cx="8536075" cy="758547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0" name="Google Shape;240;p27"/>
          <p:cNvSpPr/>
          <p:nvPr/>
        </p:nvSpPr>
        <p:spPr>
          <a:xfrm rot="-2700000" flipH="1">
            <a:off x="-5905080" y="-3022195"/>
            <a:ext cx="9420643" cy="719514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1"/>
          </p:nvPr>
        </p:nvSpPr>
        <p:spPr>
          <a:xfrm>
            <a:off x="6612033" y="3055284"/>
            <a:ext cx="4046800" cy="18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title"/>
          </p:nvPr>
        </p:nvSpPr>
        <p:spPr>
          <a:xfrm flipH="1">
            <a:off x="6607400" y="1951517"/>
            <a:ext cx="4046800" cy="9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 rot="-1150203">
            <a:off x="9965772" y="1195819"/>
            <a:ext cx="6632729" cy="198718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17372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5799436" y="3900900"/>
            <a:ext cx="5441600" cy="15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6" name="Google Shape;246;p28"/>
          <p:cNvSpPr txBox="1">
            <a:spLocks noGrp="1"/>
          </p:cNvSpPr>
          <p:nvPr>
            <p:ph type="title"/>
          </p:nvPr>
        </p:nvSpPr>
        <p:spPr>
          <a:xfrm flipH="1">
            <a:off x="5799433" y="1688900"/>
            <a:ext cx="5441600" cy="20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 rot="4102360" flipH="1">
            <a:off x="5908023" y="4955081"/>
            <a:ext cx="9962104" cy="636232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8" name="Google Shape;248;p28"/>
          <p:cNvSpPr/>
          <p:nvPr/>
        </p:nvSpPr>
        <p:spPr>
          <a:xfrm rot="813319">
            <a:off x="6569498" y="-34395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370417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/>
          <p:nvPr/>
        </p:nvSpPr>
        <p:spPr>
          <a:xfrm rot="3214333">
            <a:off x="-7332032" y="-3183339"/>
            <a:ext cx="12628819" cy="806543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1" name="Google Shape;251;p29"/>
          <p:cNvSpPr/>
          <p:nvPr/>
        </p:nvSpPr>
        <p:spPr>
          <a:xfrm rot="-4897667" flipH="1">
            <a:off x="5646357" y="-2993452"/>
            <a:ext cx="12555351" cy="801851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" name="Google Shape;252;p29"/>
          <p:cNvSpPr/>
          <p:nvPr/>
        </p:nvSpPr>
        <p:spPr>
          <a:xfrm rot="-8186671">
            <a:off x="4502401" y="5480534"/>
            <a:ext cx="8536075" cy="758547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3" name="Google Shape;253;p29"/>
          <p:cNvSpPr/>
          <p:nvPr/>
        </p:nvSpPr>
        <p:spPr>
          <a:xfrm rot="-8100000">
            <a:off x="-5948314" y="1768596"/>
            <a:ext cx="9420643" cy="719514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2049200" y="3055284"/>
            <a:ext cx="4046800" cy="18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5" name="Google Shape;255;p29"/>
          <p:cNvSpPr/>
          <p:nvPr/>
        </p:nvSpPr>
        <p:spPr>
          <a:xfrm rot="-9649797" flipH="1">
            <a:off x="8495805" y="5940411"/>
            <a:ext cx="6632729" cy="198718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6" name="Google Shape;256;p29"/>
          <p:cNvSpPr txBox="1">
            <a:spLocks noGrp="1"/>
          </p:cNvSpPr>
          <p:nvPr>
            <p:ph type="title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6135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 rot="3394465" flipH="1">
            <a:off x="4102780" y="45776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9" name="Google Shape;259;p30"/>
          <p:cNvSpPr/>
          <p:nvPr/>
        </p:nvSpPr>
        <p:spPr>
          <a:xfrm>
            <a:off x="7822703" y="-165799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30"/>
          <p:cNvSpPr/>
          <p:nvPr/>
        </p:nvSpPr>
        <p:spPr>
          <a:xfrm rot="3952094">
            <a:off x="6242249" y="-42821"/>
            <a:ext cx="10434836" cy="38371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" name="Google Shape;261;p30"/>
          <p:cNvSpPr/>
          <p:nvPr/>
        </p:nvSpPr>
        <p:spPr>
          <a:xfrm rot="-649760" flipH="1">
            <a:off x="9433523" y="-951011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2" name="Google Shape;262;p30"/>
          <p:cNvSpPr/>
          <p:nvPr/>
        </p:nvSpPr>
        <p:spPr>
          <a:xfrm rot="813319">
            <a:off x="-3303669" y="-40990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3" name="Google Shape;263;p30"/>
          <p:cNvSpPr/>
          <p:nvPr/>
        </p:nvSpPr>
        <p:spPr>
          <a:xfrm rot="-10285603">
            <a:off x="-6269205" y="5003789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4" name="Google Shape;264;p30"/>
          <p:cNvSpPr/>
          <p:nvPr/>
        </p:nvSpPr>
        <p:spPr>
          <a:xfrm rot="-7426355">
            <a:off x="-6221456" y="1510440"/>
            <a:ext cx="10434728" cy="38371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5" name="Google Shape;265;p30"/>
          <p:cNvSpPr txBox="1">
            <a:spLocks noGrp="1"/>
          </p:cNvSpPr>
          <p:nvPr>
            <p:ph type="title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6" name="Google Shape;266;p30"/>
          <p:cNvSpPr txBox="1">
            <a:spLocks noGrp="1"/>
          </p:cNvSpPr>
          <p:nvPr>
            <p:ph type="body" idx="1"/>
          </p:nvPr>
        </p:nvSpPr>
        <p:spPr>
          <a:xfrm>
            <a:off x="2060600" y="1773467"/>
            <a:ext cx="8070800" cy="45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48932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>
            <a:spLocks noGrp="1"/>
          </p:cNvSpPr>
          <p:nvPr>
            <p:ph type="pic" idx="2"/>
          </p:nvPr>
        </p:nvSpPr>
        <p:spPr>
          <a:xfrm>
            <a:off x="938667" y="1699333"/>
            <a:ext cx="4729200" cy="43256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1"/>
          <p:cNvSpPr/>
          <p:nvPr/>
        </p:nvSpPr>
        <p:spPr>
          <a:xfrm rot="3394465" flipH="1">
            <a:off x="6721980" y="30480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0" name="Google Shape;270;p31"/>
          <p:cNvSpPr/>
          <p:nvPr/>
        </p:nvSpPr>
        <p:spPr>
          <a:xfrm rot="-10285603">
            <a:off x="9533762" y="-3021844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" name="Google Shape;271;p31"/>
          <p:cNvSpPr/>
          <p:nvPr/>
        </p:nvSpPr>
        <p:spPr>
          <a:xfrm rot="955394" flipH="1">
            <a:off x="1947815" y="-2930283"/>
            <a:ext cx="10434704" cy="383710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2" name="Google Shape;272;p31"/>
          <p:cNvSpPr txBox="1">
            <a:spLocks noGrp="1"/>
          </p:cNvSpPr>
          <p:nvPr>
            <p:ph type="body" idx="1"/>
          </p:nvPr>
        </p:nvSpPr>
        <p:spPr>
          <a:xfrm>
            <a:off x="6096000" y="1825767"/>
            <a:ext cx="5134000" cy="44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867"/>
            </a:lvl1pPr>
            <a:lvl2pPr marL="1219170" lvl="1" indent="-440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754" lvl="2" indent="-431789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339" lvl="3" indent="-431789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7924" lvl="4" indent="-440256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3657509" lvl="5" indent="-440256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4267093" lvl="6" indent="-414856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678" lvl="7" indent="-414856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263" lvl="8" indent="-440256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3" name="Google Shape;273;p31"/>
          <p:cNvSpPr txBox="1">
            <a:spLocks noGrp="1"/>
          </p:cNvSpPr>
          <p:nvPr>
            <p:ph type="title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ulim Park"/>
                <a:ea typeface="Kulim Park"/>
                <a:cs typeface="Kulim Park"/>
                <a:sym typeface="Kulim Par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26763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 rot="-859945" flipH="1">
            <a:off x="7553771" y="4128615"/>
            <a:ext cx="6363664" cy="565512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6" name="Google Shape;276;p32"/>
          <p:cNvSpPr/>
          <p:nvPr/>
        </p:nvSpPr>
        <p:spPr>
          <a:xfrm>
            <a:off x="-6037807" y="1339984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7" name="Google Shape;277;p32"/>
          <p:cNvSpPr/>
          <p:nvPr/>
        </p:nvSpPr>
        <p:spPr>
          <a:xfrm rot="-9405665" flipH="1">
            <a:off x="9128108" y="1708209"/>
            <a:ext cx="9746869" cy="9133113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8" name="Google Shape;278;p32"/>
          <p:cNvSpPr/>
          <p:nvPr/>
        </p:nvSpPr>
        <p:spPr>
          <a:xfrm rot="1478505" flipH="1">
            <a:off x="2393111" y="-2815714"/>
            <a:ext cx="10434848" cy="383716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32"/>
          <p:cNvSpPr/>
          <p:nvPr/>
        </p:nvSpPr>
        <p:spPr>
          <a:xfrm rot="9524149" flipH="1">
            <a:off x="-8879229" y="-3900402"/>
            <a:ext cx="12628759" cy="806539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0" name="Google Shape;280;p32"/>
          <p:cNvSpPr/>
          <p:nvPr/>
        </p:nvSpPr>
        <p:spPr>
          <a:xfrm rot="-9555841">
            <a:off x="-9047697" y="2411342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1" name="Google Shape;281;p32"/>
          <p:cNvSpPr txBox="1">
            <a:spLocks noGrp="1"/>
          </p:cNvSpPr>
          <p:nvPr>
            <p:ph type="title"/>
          </p:nvPr>
        </p:nvSpPr>
        <p:spPr>
          <a:xfrm>
            <a:off x="2266533" y="3360716"/>
            <a:ext cx="36492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2" name="Google Shape;282;p32"/>
          <p:cNvSpPr txBox="1">
            <a:spLocks noGrp="1"/>
          </p:cNvSpPr>
          <p:nvPr>
            <p:ph type="subTitle" idx="1"/>
          </p:nvPr>
        </p:nvSpPr>
        <p:spPr>
          <a:xfrm>
            <a:off x="2266633" y="4087131"/>
            <a:ext cx="3649200" cy="13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3" name="Google Shape;283;p32"/>
          <p:cNvSpPr txBox="1">
            <a:spLocks noGrp="1"/>
          </p:cNvSpPr>
          <p:nvPr>
            <p:ph type="title" idx="2"/>
          </p:nvPr>
        </p:nvSpPr>
        <p:spPr>
          <a:xfrm>
            <a:off x="6276451" y="3360716"/>
            <a:ext cx="36488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subTitle" idx="3"/>
          </p:nvPr>
        </p:nvSpPr>
        <p:spPr>
          <a:xfrm>
            <a:off x="6276668" y="4087131"/>
            <a:ext cx="3648800" cy="13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title" idx="4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29532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>
            <a:spLocks noGrp="1"/>
          </p:cNvSpPr>
          <p:nvPr>
            <p:ph type="title"/>
          </p:nvPr>
        </p:nvSpPr>
        <p:spPr>
          <a:xfrm flipH="1">
            <a:off x="960000" y="585216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8" name="Google Shape;288;p33"/>
          <p:cNvSpPr txBox="1">
            <a:spLocks noGrp="1"/>
          </p:cNvSpPr>
          <p:nvPr>
            <p:ph type="title" idx="2"/>
          </p:nvPr>
        </p:nvSpPr>
        <p:spPr>
          <a:xfrm>
            <a:off x="6096016" y="4249001"/>
            <a:ext cx="31004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9" name="Google Shape;289;p33"/>
          <p:cNvSpPr txBox="1">
            <a:spLocks noGrp="1"/>
          </p:cNvSpPr>
          <p:nvPr>
            <p:ph type="subTitle" idx="1"/>
          </p:nvPr>
        </p:nvSpPr>
        <p:spPr>
          <a:xfrm>
            <a:off x="6096049" y="4926435"/>
            <a:ext cx="3100400" cy="8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0" name="Google Shape;290;p33"/>
          <p:cNvSpPr txBox="1">
            <a:spLocks noGrp="1"/>
          </p:cNvSpPr>
          <p:nvPr>
            <p:ph type="title" idx="3"/>
          </p:nvPr>
        </p:nvSpPr>
        <p:spPr>
          <a:xfrm>
            <a:off x="6096000" y="2330468"/>
            <a:ext cx="31004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3"/>
          <p:cNvSpPr txBox="1">
            <a:spLocks noGrp="1"/>
          </p:cNvSpPr>
          <p:nvPr>
            <p:ph type="subTitle" idx="4"/>
          </p:nvPr>
        </p:nvSpPr>
        <p:spPr>
          <a:xfrm>
            <a:off x="6096033" y="3007901"/>
            <a:ext cx="3100400" cy="8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2" name="Google Shape;292;p33"/>
          <p:cNvSpPr/>
          <p:nvPr/>
        </p:nvSpPr>
        <p:spPr>
          <a:xfrm rot="-813319" flipH="1">
            <a:off x="9374323" y="-1900963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880081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/>
          <p:nvPr/>
        </p:nvSpPr>
        <p:spPr>
          <a:xfrm rot="-9940055">
            <a:off x="8418471" y="-2994068"/>
            <a:ext cx="6363664" cy="565512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5" name="Google Shape;295;p34"/>
          <p:cNvSpPr/>
          <p:nvPr/>
        </p:nvSpPr>
        <p:spPr>
          <a:xfrm rot="10800000" flipH="1">
            <a:off x="-6016174" y="1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6" name="Google Shape;296;p34"/>
          <p:cNvSpPr/>
          <p:nvPr/>
        </p:nvSpPr>
        <p:spPr>
          <a:xfrm rot="405705">
            <a:off x="9041589" y="716573"/>
            <a:ext cx="9746632" cy="9132891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7" name="Google Shape;297;p34"/>
          <p:cNvSpPr/>
          <p:nvPr/>
        </p:nvSpPr>
        <p:spPr>
          <a:xfrm rot="10221505">
            <a:off x="2883555" y="5429674"/>
            <a:ext cx="10434744" cy="3837124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8" name="Google Shape;298;p34"/>
          <p:cNvSpPr/>
          <p:nvPr/>
        </p:nvSpPr>
        <p:spPr>
          <a:xfrm rot="1275851">
            <a:off x="-9484496" y="2420947"/>
            <a:ext cx="12628759" cy="806539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9" name="Google Shape;299;p34"/>
          <p:cNvSpPr/>
          <p:nvPr/>
        </p:nvSpPr>
        <p:spPr>
          <a:xfrm rot="-1244159" flipH="1">
            <a:off x="-9386464" y="-105730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0" name="Google Shape;300;p34"/>
          <p:cNvSpPr txBox="1">
            <a:spLocks noGrp="1"/>
          </p:cNvSpPr>
          <p:nvPr>
            <p:ph type="title"/>
          </p:nvPr>
        </p:nvSpPr>
        <p:spPr>
          <a:xfrm>
            <a:off x="2686367" y="2280700"/>
            <a:ext cx="68188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1" name="Google Shape;301;p34"/>
          <p:cNvSpPr txBox="1">
            <a:spLocks noGrp="1"/>
          </p:cNvSpPr>
          <p:nvPr>
            <p:ph type="subTitle" idx="1"/>
          </p:nvPr>
        </p:nvSpPr>
        <p:spPr>
          <a:xfrm>
            <a:off x="2686567" y="3007131"/>
            <a:ext cx="6818800" cy="9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34"/>
          <p:cNvSpPr txBox="1">
            <a:spLocks noGrp="1"/>
          </p:cNvSpPr>
          <p:nvPr>
            <p:ph type="title" idx="2"/>
          </p:nvPr>
        </p:nvSpPr>
        <p:spPr>
          <a:xfrm>
            <a:off x="2686373" y="4345133"/>
            <a:ext cx="68184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3" name="Google Shape;303;p34"/>
          <p:cNvSpPr txBox="1">
            <a:spLocks noGrp="1"/>
          </p:cNvSpPr>
          <p:nvPr>
            <p:ph type="subTitle" idx="3"/>
          </p:nvPr>
        </p:nvSpPr>
        <p:spPr>
          <a:xfrm>
            <a:off x="2686767" y="5071563"/>
            <a:ext cx="6818400" cy="9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title" idx="4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9255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/>
          <p:nvPr/>
        </p:nvSpPr>
        <p:spPr>
          <a:xfrm rot="-10285629">
            <a:off x="8076699" y="-2832497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35"/>
          <p:cNvSpPr/>
          <p:nvPr/>
        </p:nvSpPr>
        <p:spPr>
          <a:xfrm flipH="1">
            <a:off x="10589338" y="1339984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8" name="Google Shape;308;p35"/>
          <p:cNvSpPr/>
          <p:nvPr/>
        </p:nvSpPr>
        <p:spPr>
          <a:xfrm rot="2839443">
            <a:off x="-411223" y="3256046"/>
            <a:ext cx="8536188" cy="758557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9" name="Google Shape;309;p35"/>
          <p:cNvSpPr/>
          <p:nvPr/>
        </p:nvSpPr>
        <p:spPr>
          <a:xfrm rot="9405665">
            <a:off x="-6507653" y="1708242"/>
            <a:ext cx="9746869" cy="9133113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0" name="Google Shape;310;p35"/>
          <p:cNvSpPr/>
          <p:nvPr/>
        </p:nvSpPr>
        <p:spPr>
          <a:xfrm rot="-1478505">
            <a:off x="-3112801" y="-1333381"/>
            <a:ext cx="10434848" cy="383716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1" name="Google Shape;311;p35"/>
          <p:cNvSpPr/>
          <p:nvPr/>
        </p:nvSpPr>
        <p:spPr>
          <a:xfrm rot="9555841" flipH="1">
            <a:off x="10402270" y="2411342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 idx="2"/>
          </p:nvPr>
        </p:nvSpPr>
        <p:spPr>
          <a:xfrm>
            <a:off x="1552033" y="2156767"/>
            <a:ext cx="2727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subTitle" idx="1"/>
          </p:nvPr>
        </p:nvSpPr>
        <p:spPr>
          <a:xfrm>
            <a:off x="1552100" y="2869279"/>
            <a:ext cx="2727600" cy="13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 idx="3"/>
          </p:nvPr>
        </p:nvSpPr>
        <p:spPr>
          <a:xfrm>
            <a:off x="4732084" y="2156767"/>
            <a:ext cx="2727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4"/>
          </p:nvPr>
        </p:nvSpPr>
        <p:spPr>
          <a:xfrm>
            <a:off x="4732200" y="2869279"/>
            <a:ext cx="2727600" cy="13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7" name="Google Shape;317;p35"/>
          <p:cNvSpPr txBox="1">
            <a:spLocks noGrp="1"/>
          </p:cNvSpPr>
          <p:nvPr>
            <p:ph type="title" idx="5"/>
          </p:nvPr>
        </p:nvSpPr>
        <p:spPr>
          <a:xfrm>
            <a:off x="7912133" y="2156767"/>
            <a:ext cx="2727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8" name="Google Shape;318;p35"/>
          <p:cNvSpPr txBox="1">
            <a:spLocks noGrp="1"/>
          </p:cNvSpPr>
          <p:nvPr>
            <p:ph type="subTitle" idx="6"/>
          </p:nvPr>
        </p:nvSpPr>
        <p:spPr>
          <a:xfrm>
            <a:off x="7912300" y="2869279"/>
            <a:ext cx="2727600" cy="13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84328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/>
          <p:nvPr/>
        </p:nvSpPr>
        <p:spPr>
          <a:xfrm rot="10285629" flipH="1">
            <a:off x="-9417456" y="-3156731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1" name="Google Shape;321;p36"/>
          <p:cNvSpPr/>
          <p:nvPr/>
        </p:nvSpPr>
        <p:spPr>
          <a:xfrm>
            <a:off x="-5909506" y="2247918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2" name="Google Shape;322;p36"/>
          <p:cNvSpPr/>
          <p:nvPr/>
        </p:nvSpPr>
        <p:spPr>
          <a:xfrm rot="-2839443" flipH="1">
            <a:off x="3400830" y="4336879"/>
            <a:ext cx="8536188" cy="758557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3" name="Google Shape;323;p36"/>
          <p:cNvSpPr/>
          <p:nvPr/>
        </p:nvSpPr>
        <p:spPr>
          <a:xfrm rot="-10305679" flipH="1">
            <a:off x="8610821" y="895502"/>
            <a:ext cx="9746773" cy="9133023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4" name="Google Shape;324;p36"/>
          <p:cNvSpPr/>
          <p:nvPr/>
        </p:nvSpPr>
        <p:spPr>
          <a:xfrm rot="1478505" flipH="1">
            <a:off x="5036016" y="-1434995"/>
            <a:ext cx="10434848" cy="383716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5" name="Google Shape;325;p36"/>
          <p:cNvSpPr/>
          <p:nvPr/>
        </p:nvSpPr>
        <p:spPr>
          <a:xfrm rot="-9555841">
            <a:off x="-8674000" y="3325742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6" name="Google Shape;326;p36"/>
          <p:cNvSpPr txBox="1">
            <a:spLocks noGrp="1"/>
          </p:cNvSpPr>
          <p:nvPr>
            <p:ph type="title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7" name="Google Shape;327;p36"/>
          <p:cNvSpPr txBox="1">
            <a:spLocks noGrp="1"/>
          </p:cNvSpPr>
          <p:nvPr>
            <p:ph type="title" idx="2"/>
          </p:nvPr>
        </p:nvSpPr>
        <p:spPr>
          <a:xfrm>
            <a:off x="1552033" y="3883967"/>
            <a:ext cx="2727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8" name="Google Shape;328;p36"/>
          <p:cNvSpPr txBox="1">
            <a:spLocks noGrp="1"/>
          </p:cNvSpPr>
          <p:nvPr>
            <p:ph type="subTitle" idx="1"/>
          </p:nvPr>
        </p:nvSpPr>
        <p:spPr>
          <a:xfrm>
            <a:off x="1552100" y="4596479"/>
            <a:ext cx="2727600" cy="13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9" name="Google Shape;329;p36"/>
          <p:cNvSpPr txBox="1">
            <a:spLocks noGrp="1"/>
          </p:cNvSpPr>
          <p:nvPr>
            <p:ph type="title" idx="3"/>
          </p:nvPr>
        </p:nvSpPr>
        <p:spPr>
          <a:xfrm>
            <a:off x="4732084" y="3172767"/>
            <a:ext cx="2727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0" name="Google Shape;330;p36"/>
          <p:cNvSpPr txBox="1">
            <a:spLocks noGrp="1"/>
          </p:cNvSpPr>
          <p:nvPr>
            <p:ph type="subTitle" idx="4"/>
          </p:nvPr>
        </p:nvSpPr>
        <p:spPr>
          <a:xfrm>
            <a:off x="4732200" y="3885279"/>
            <a:ext cx="2727600" cy="13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5"/>
          </p:nvPr>
        </p:nvSpPr>
        <p:spPr>
          <a:xfrm>
            <a:off x="7912133" y="3883967"/>
            <a:ext cx="2727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2" name="Google Shape;332;p36"/>
          <p:cNvSpPr txBox="1">
            <a:spLocks noGrp="1"/>
          </p:cNvSpPr>
          <p:nvPr>
            <p:ph type="subTitle" idx="6"/>
          </p:nvPr>
        </p:nvSpPr>
        <p:spPr>
          <a:xfrm>
            <a:off x="7912300" y="4596479"/>
            <a:ext cx="2727600" cy="13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81703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2769367" y="2024501"/>
            <a:ext cx="24200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37"/>
          <p:cNvSpPr txBox="1">
            <a:spLocks noGrp="1"/>
          </p:cNvSpPr>
          <p:nvPr>
            <p:ph type="subTitle" idx="1"/>
          </p:nvPr>
        </p:nvSpPr>
        <p:spPr>
          <a:xfrm>
            <a:off x="2769567" y="2750935"/>
            <a:ext cx="7878800" cy="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37"/>
          <p:cNvSpPr txBox="1">
            <a:spLocks noGrp="1"/>
          </p:cNvSpPr>
          <p:nvPr>
            <p:ph type="title" idx="2"/>
          </p:nvPr>
        </p:nvSpPr>
        <p:spPr>
          <a:xfrm>
            <a:off x="2769369" y="3436168"/>
            <a:ext cx="24200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7" name="Google Shape;337;p37"/>
          <p:cNvSpPr txBox="1">
            <a:spLocks noGrp="1"/>
          </p:cNvSpPr>
          <p:nvPr>
            <p:ph type="subTitle" idx="3"/>
          </p:nvPr>
        </p:nvSpPr>
        <p:spPr>
          <a:xfrm>
            <a:off x="2769800" y="4162601"/>
            <a:ext cx="7878400" cy="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8" name="Google Shape;338;p37"/>
          <p:cNvSpPr txBox="1">
            <a:spLocks noGrp="1"/>
          </p:cNvSpPr>
          <p:nvPr>
            <p:ph type="title" idx="4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9" name="Google Shape;339;p37"/>
          <p:cNvSpPr/>
          <p:nvPr/>
        </p:nvSpPr>
        <p:spPr>
          <a:xfrm rot="10285629" flipH="1">
            <a:off x="-8708456" y="-2829064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0" name="Google Shape;340;p37"/>
          <p:cNvSpPr/>
          <p:nvPr/>
        </p:nvSpPr>
        <p:spPr>
          <a:xfrm>
            <a:off x="-6021906" y="1339984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1" name="Google Shape;341;p37"/>
          <p:cNvSpPr/>
          <p:nvPr/>
        </p:nvSpPr>
        <p:spPr>
          <a:xfrm rot="-2839443" flipH="1">
            <a:off x="1169963" y="4293679"/>
            <a:ext cx="8536188" cy="758557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2" name="Google Shape;342;p37"/>
          <p:cNvSpPr/>
          <p:nvPr/>
        </p:nvSpPr>
        <p:spPr>
          <a:xfrm rot="-10305679" flipH="1">
            <a:off x="8548122" y="402635"/>
            <a:ext cx="9746773" cy="9133023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3" name="Google Shape;343;p37"/>
          <p:cNvSpPr/>
          <p:nvPr/>
        </p:nvSpPr>
        <p:spPr>
          <a:xfrm rot="3278516" flipH="1">
            <a:off x="6198849" y="-488134"/>
            <a:ext cx="10435028" cy="383722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4" name="Google Shape;344;p37"/>
          <p:cNvSpPr/>
          <p:nvPr/>
        </p:nvSpPr>
        <p:spPr>
          <a:xfrm rot="-9555841">
            <a:off x="-8621933" y="3427342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5" name="Google Shape;345;p37"/>
          <p:cNvSpPr txBox="1">
            <a:spLocks noGrp="1"/>
          </p:cNvSpPr>
          <p:nvPr>
            <p:ph type="title" idx="5"/>
          </p:nvPr>
        </p:nvSpPr>
        <p:spPr>
          <a:xfrm>
            <a:off x="2769369" y="4847835"/>
            <a:ext cx="24200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6" name="Google Shape;346;p37"/>
          <p:cNvSpPr txBox="1">
            <a:spLocks noGrp="1"/>
          </p:cNvSpPr>
          <p:nvPr>
            <p:ph type="subTitle" idx="6"/>
          </p:nvPr>
        </p:nvSpPr>
        <p:spPr>
          <a:xfrm>
            <a:off x="2769800" y="5574268"/>
            <a:ext cx="7878400" cy="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17798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/>
          <p:nvPr/>
        </p:nvSpPr>
        <p:spPr>
          <a:xfrm rot="4102360" flipH="1">
            <a:off x="-3350044" y="5374181"/>
            <a:ext cx="9962104" cy="636232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9" name="Google Shape;349;p38"/>
          <p:cNvSpPr/>
          <p:nvPr/>
        </p:nvSpPr>
        <p:spPr>
          <a:xfrm rot="813319">
            <a:off x="-5506135" y="-231603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0" name="Google Shape;350;p38"/>
          <p:cNvSpPr/>
          <p:nvPr/>
        </p:nvSpPr>
        <p:spPr>
          <a:xfrm rot="3394465" flipH="1">
            <a:off x="7457779" y="28952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1" name="Google Shape;351;p38"/>
          <p:cNvSpPr/>
          <p:nvPr/>
        </p:nvSpPr>
        <p:spPr>
          <a:xfrm rot="-10285603">
            <a:off x="8448629" y="-3889711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2" name="Google Shape;352;p38"/>
          <p:cNvSpPr/>
          <p:nvPr/>
        </p:nvSpPr>
        <p:spPr>
          <a:xfrm rot="-2238616">
            <a:off x="-6180971" y="627126"/>
            <a:ext cx="10434771" cy="383713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3" name="Google Shape;353;p38"/>
          <p:cNvSpPr txBox="1">
            <a:spLocks noGrp="1"/>
          </p:cNvSpPr>
          <p:nvPr>
            <p:ph type="title"/>
          </p:nvPr>
        </p:nvSpPr>
        <p:spPr>
          <a:xfrm>
            <a:off x="7552001" y="2271500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4" name="Google Shape;354;p38"/>
          <p:cNvSpPr txBox="1">
            <a:spLocks noGrp="1"/>
          </p:cNvSpPr>
          <p:nvPr>
            <p:ph type="subTitle" idx="1"/>
          </p:nvPr>
        </p:nvSpPr>
        <p:spPr>
          <a:xfrm>
            <a:off x="7552071" y="2847333"/>
            <a:ext cx="33448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5" name="Google Shape;355;p38"/>
          <p:cNvSpPr txBox="1">
            <a:spLocks noGrp="1"/>
          </p:cNvSpPr>
          <p:nvPr>
            <p:ph type="title" idx="2"/>
          </p:nvPr>
        </p:nvSpPr>
        <p:spPr>
          <a:xfrm>
            <a:off x="7552001" y="4264000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6" name="Google Shape;356;p38"/>
          <p:cNvSpPr txBox="1">
            <a:spLocks noGrp="1"/>
          </p:cNvSpPr>
          <p:nvPr>
            <p:ph type="subTitle" idx="3"/>
          </p:nvPr>
        </p:nvSpPr>
        <p:spPr>
          <a:xfrm>
            <a:off x="7552033" y="4839833"/>
            <a:ext cx="33448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7" name="Google Shape;357;p38"/>
          <p:cNvSpPr txBox="1">
            <a:spLocks noGrp="1"/>
          </p:cNvSpPr>
          <p:nvPr>
            <p:ph type="title" idx="4"/>
          </p:nvPr>
        </p:nvSpPr>
        <p:spPr>
          <a:xfrm>
            <a:off x="1670301" y="2271500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8" name="Google Shape;358;p38"/>
          <p:cNvSpPr txBox="1">
            <a:spLocks noGrp="1"/>
          </p:cNvSpPr>
          <p:nvPr>
            <p:ph type="subTitle" idx="5"/>
          </p:nvPr>
        </p:nvSpPr>
        <p:spPr>
          <a:xfrm>
            <a:off x="1295337" y="2847333"/>
            <a:ext cx="33448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9" name="Google Shape;359;p38"/>
          <p:cNvSpPr txBox="1">
            <a:spLocks noGrp="1"/>
          </p:cNvSpPr>
          <p:nvPr>
            <p:ph type="title" idx="6"/>
          </p:nvPr>
        </p:nvSpPr>
        <p:spPr>
          <a:xfrm>
            <a:off x="1670301" y="4264000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0" name="Google Shape;360;p38"/>
          <p:cNvSpPr txBox="1">
            <a:spLocks noGrp="1"/>
          </p:cNvSpPr>
          <p:nvPr>
            <p:ph type="subTitle" idx="7"/>
          </p:nvPr>
        </p:nvSpPr>
        <p:spPr>
          <a:xfrm>
            <a:off x="1295300" y="4839833"/>
            <a:ext cx="33448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1" name="Google Shape;361;p38"/>
          <p:cNvSpPr txBox="1">
            <a:spLocks noGrp="1"/>
          </p:cNvSpPr>
          <p:nvPr>
            <p:ph type="title" idx="8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6214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/>
          <p:nvPr/>
        </p:nvSpPr>
        <p:spPr>
          <a:xfrm rot="3394465" flipH="1">
            <a:off x="7457779" y="28952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4" name="Google Shape;364;p39"/>
          <p:cNvSpPr/>
          <p:nvPr/>
        </p:nvSpPr>
        <p:spPr>
          <a:xfrm rot="-10285603">
            <a:off x="7826029" y="-3889711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5" name="Google Shape;365;p39"/>
          <p:cNvSpPr txBox="1">
            <a:spLocks noGrp="1"/>
          </p:cNvSpPr>
          <p:nvPr>
            <p:ph type="title"/>
          </p:nvPr>
        </p:nvSpPr>
        <p:spPr>
          <a:xfrm flipH="1">
            <a:off x="5324800" y="583600"/>
            <a:ext cx="58812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6" name="Google Shape;366;p39"/>
          <p:cNvSpPr txBox="1">
            <a:spLocks noGrp="1"/>
          </p:cNvSpPr>
          <p:nvPr>
            <p:ph type="title" idx="2"/>
          </p:nvPr>
        </p:nvSpPr>
        <p:spPr>
          <a:xfrm>
            <a:off x="5542784" y="2948933"/>
            <a:ext cx="1939200" cy="12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39"/>
          <p:cNvSpPr txBox="1">
            <a:spLocks noGrp="1"/>
          </p:cNvSpPr>
          <p:nvPr>
            <p:ph type="subTitle" idx="1"/>
          </p:nvPr>
        </p:nvSpPr>
        <p:spPr>
          <a:xfrm>
            <a:off x="7952467" y="2948933"/>
            <a:ext cx="3254000" cy="12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39"/>
          <p:cNvSpPr txBox="1">
            <a:spLocks noGrp="1"/>
          </p:cNvSpPr>
          <p:nvPr>
            <p:ph type="title" idx="3"/>
          </p:nvPr>
        </p:nvSpPr>
        <p:spPr>
          <a:xfrm>
            <a:off x="5542784" y="4620700"/>
            <a:ext cx="1939200" cy="12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9" name="Google Shape;369;p39"/>
          <p:cNvSpPr txBox="1">
            <a:spLocks noGrp="1"/>
          </p:cNvSpPr>
          <p:nvPr>
            <p:ph type="subTitle" idx="4"/>
          </p:nvPr>
        </p:nvSpPr>
        <p:spPr>
          <a:xfrm>
            <a:off x="7952467" y="4620700"/>
            <a:ext cx="3254000" cy="12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85240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 rot="-4102360">
            <a:off x="5484563" y="6353914"/>
            <a:ext cx="9962104" cy="636232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2" name="Google Shape;372;p40"/>
          <p:cNvSpPr/>
          <p:nvPr/>
        </p:nvSpPr>
        <p:spPr>
          <a:xfrm rot="-813319" flipH="1">
            <a:off x="9390881" y="-2145263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3" name="Google Shape;373;p40"/>
          <p:cNvSpPr/>
          <p:nvPr/>
        </p:nvSpPr>
        <p:spPr>
          <a:xfrm rot="-3394465">
            <a:off x="-5445713" y="44802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4" name="Google Shape;374;p40"/>
          <p:cNvSpPr/>
          <p:nvPr/>
        </p:nvSpPr>
        <p:spPr>
          <a:xfrm rot="10285603" flipH="1">
            <a:off x="-6508918" y="-2011211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5" name="Google Shape;375;p40"/>
          <p:cNvSpPr/>
          <p:nvPr/>
        </p:nvSpPr>
        <p:spPr>
          <a:xfrm rot="6738480" flipH="1">
            <a:off x="7312846" y="1965171"/>
            <a:ext cx="10435015" cy="383722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6" name="Google Shape;376;p40"/>
          <p:cNvSpPr txBox="1">
            <a:spLocks noGrp="1"/>
          </p:cNvSpPr>
          <p:nvPr>
            <p:ph type="title"/>
          </p:nvPr>
        </p:nvSpPr>
        <p:spPr>
          <a:xfrm>
            <a:off x="6177684" y="3590033"/>
            <a:ext cx="23848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0"/>
          <p:cNvSpPr txBox="1">
            <a:spLocks noGrp="1"/>
          </p:cNvSpPr>
          <p:nvPr>
            <p:ph type="subTitle" idx="1"/>
          </p:nvPr>
        </p:nvSpPr>
        <p:spPr>
          <a:xfrm>
            <a:off x="6177729" y="4165867"/>
            <a:ext cx="2384800" cy="11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0"/>
          <p:cNvSpPr txBox="1">
            <a:spLocks noGrp="1"/>
          </p:cNvSpPr>
          <p:nvPr>
            <p:ph type="title" idx="2"/>
          </p:nvPr>
        </p:nvSpPr>
        <p:spPr>
          <a:xfrm>
            <a:off x="8726151" y="3590033"/>
            <a:ext cx="23848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0"/>
          <p:cNvSpPr txBox="1">
            <a:spLocks noGrp="1"/>
          </p:cNvSpPr>
          <p:nvPr>
            <p:ph type="subTitle" idx="3"/>
          </p:nvPr>
        </p:nvSpPr>
        <p:spPr>
          <a:xfrm>
            <a:off x="8726167" y="4165867"/>
            <a:ext cx="2384800" cy="11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0"/>
          <p:cNvSpPr txBox="1">
            <a:spLocks noGrp="1"/>
          </p:cNvSpPr>
          <p:nvPr>
            <p:ph type="title" idx="4"/>
          </p:nvPr>
        </p:nvSpPr>
        <p:spPr>
          <a:xfrm>
            <a:off x="3629151" y="3590033"/>
            <a:ext cx="23848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0"/>
          <p:cNvSpPr txBox="1">
            <a:spLocks noGrp="1"/>
          </p:cNvSpPr>
          <p:nvPr>
            <p:ph type="subTitle" idx="5"/>
          </p:nvPr>
        </p:nvSpPr>
        <p:spPr>
          <a:xfrm>
            <a:off x="3629359" y="4165867"/>
            <a:ext cx="2384800" cy="11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0"/>
          <p:cNvSpPr txBox="1">
            <a:spLocks noGrp="1"/>
          </p:cNvSpPr>
          <p:nvPr>
            <p:ph type="title" idx="6"/>
          </p:nvPr>
        </p:nvSpPr>
        <p:spPr>
          <a:xfrm>
            <a:off x="1080817" y="3590033"/>
            <a:ext cx="23848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3" name="Google Shape;383;p40"/>
          <p:cNvSpPr txBox="1">
            <a:spLocks noGrp="1"/>
          </p:cNvSpPr>
          <p:nvPr>
            <p:ph type="subTitle" idx="7"/>
          </p:nvPr>
        </p:nvSpPr>
        <p:spPr>
          <a:xfrm>
            <a:off x="1081000" y="4165867"/>
            <a:ext cx="2384800" cy="11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4" name="Google Shape;384;p40"/>
          <p:cNvSpPr txBox="1">
            <a:spLocks noGrp="1"/>
          </p:cNvSpPr>
          <p:nvPr>
            <p:ph type="title" idx="8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34980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/>
          <p:nvPr/>
        </p:nvSpPr>
        <p:spPr>
          <a:xfrm rot="-10285629">
            <a:off x="8076699" y="-2832497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7" name="Google Shape;387;p41"/>
          <p:cNvSpPr/>
          <p:nvPr/>
        </p:nvSpPr>
        <p:spPr>
          <a:xfrm flipH="1">
            <a:off x="10589338" y="1339984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8" name="Google Shape;388;p41"/>
          <p:cNvSpPr/>
          <p:nvPr/>
        </p:nvSpPr>
        <p:spPr>
          <a:xfrm rot="2839443">
            <a:off x="-411223" y="3256046"/>
            <a:ext cx="8536188" cy="758557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9" name="Google Shape;389;p41"/>
          <p:cNvSpPr/>
          <p:nvPr/>
        </p:nvSpPr>
        <p:spPr>
          <a:xfrm rot="9405665">
            <a:off x="-6715187" y="2576109"/>
            <a:ext cx="9746869" cy="9133113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0" name="Google Shape;390;p41"/>
          <p:cNvSpPr/>
          <p:nvPr/>
        </p:nvSpPr>
        <p:spPr>
          <a:xfrm rot="-1478505">
            <a:off x="-580319" y="-3073214"/>
            <a:ext cx="10434848" cy="383716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1" name="Google Shape;391;p41"/>
          <p:cNvSpPr/>
          <p:nvPr/>
        </p:nvSpPr>
        <p:spPr>
          <a:xfrm rot="9555841" flipH="1">
            <a:off x="10723003" y="2411342"/>
            <a:ext cx="10934589" cy="402092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2" name="Google Shape;392;p41"/>
          <p:cNvSpPr txBox="1">
            <a:spLocks noGrp="1"/>
          </p:cNvSpPr>
          <p:nvPr>
            <p:ph type="title"/>
          </p:nvPr>
        </p:nvSpPr>
        <p:spPr>
          <a:xfrm>
            <a:off x="1954167" y="2169900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3" name="Google Shape;393;p41"/>
          <p:cNvSpPr txBox="1">
            <a:spLocks noGrp="1"/>
          </p:cNvSpPr>
          <p:nvPr>
            <p:ph type="subTitle" idx="1"/>
          </p:nvPr>
        </p:nvSpPr>
        <p:spPr>
          <a:xfrm>
            <a:off x="1954233" y="2783467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4" name="Google Shape;394;p41"/>
          <p:cNvSpPr txBox="1">
            <a:spLocks noGrp="1"/>
          </p:cNvSpPr>
          <p:nvPr>
            <p:ph type="title" idx="2"/>
          </p:nvPr>
        </p:nvSpPr>
        <p:spPr>
          <a:xfrm>
            <a:off x="1954167" y="3553933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5" name="Google Shape;395;p41"/>
          <p:cNvSpPr txBox="1">
            <a:spLocks noGrp="1"/>
          </p:cNvSpPr>
          <p:nvPr>
            <p:ph type="subTitle" idx="3"/>
          </p:nvPr>
        </p:nvSpPr>
        <p:spPr>
          <a:xfrm>
            <a:off x="1954233" y="4166167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6" name="Google Shape;396;p41"/>
          <p:cNvSpPr txBox="1">
            <a:spLocks noGrp="1"/>
          </p:cNvSpPr>
          <p:nvPr>
            <p:ph type="title" idx="4"/>
          </p:nvPr>
        </p:nvSpPr>
        <p:spPr>
          <a:xfrm>
            <a:off x="1954167" y="4937967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7" name="Google Shape;397;p41"/>
          <p:cNvSpPr txBox="1">
            <a:spLocks noGrp="1"/>
          </p:cNvSpPr>
          <p:nvPr>
            <p:ph type="subTitle" idx="5"/>
          </p:nvPr>
        </p:nvSpPr>
        <p:spPr>
          <a:xfrm>
            <a:off x="1954233" y="5550200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8" name="Google Shape;398;p41"/>
          <p:cNvSpPr txBox="1">
            <a:spLocks noGrp="1"/>
          </p:cNvSpPr>
          <p:nvPr>
            <p:ph type="title" idx="6"/>
          </p:nvPr>
        </p:nvSpPr>
        <p:spPr>
          <a:xfrm>
            <a:off x="7131800" y="2169900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9" name="Google Shape;399;p41"/>
          <p:cNvSpPr txBox="1">
            <a:spLocks noGrp="1"/>
          </p:cNvSpPr>
          <p:nvPr>
            <p:ph type="subTitle" idx="7"/>
          </p:nvPr>
        </p:nvSpPr>
        <p:spPr>
          <a:xfrm>
            <a:off x="7131867" y="2783467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0" name="Google Shape;400;p41"/>
          <p:cNvSpPr txBox="1">
            <a:spLocks noGrp="1"/>
          </p:cNvSpPr>
          <p:nvPr>
            <p:ph type="title" idx="8"/>
          </p:nvPr>
        </p:nvSpPr>
        <p:spPr>
          <a:xfrm>
            <a:off x="7131800" y="3553933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1" name="Google Shape;401;p41"/>
          <p:cNvSpPr txBox="1">
            <a:spLocks noGrp="1"/>
          </p:cNvSpPr>
          <p:nvPr>
            <p:ph type="subTitle" idx="9"/>
          </p:nvPr>
        </p:nvSpPr>
        <p:spPr>
          <a:xfrm>
            <a:off x="7131867" y="4166167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2" name="Google Shape;402;p41"/>
          <p:cNvSpPr txBox="1">
            <a:spLocks noGrp="1"/>
          </p:cNvSpPr>
          <p:nvPr>
            <p:ph type="title" idx="13"/>
          </p:nvPr>
        </p:nvSpPr>
        <p:spPr>
          <a:xfrm>
            <a:off x="7131800" y="4937967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3" name="Google Shape;403;p41"/>
          <p:cNvSpPr txBox="1">
            <a:spLocks noGrp="1"/>
          </p:cNvSpPr>
          <p:nvPr>
            <p:ph type="subTitle" idx="14"/>
          </p:nvPr>
        </p:nvSpPr>
        <p:spPr>
          <a:xfrm>
            <a:off x="7131867" y="5550200"/>
            <a:ext cx="36620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4" name="Google Shape;404;p41"/>
          <p:cNvSpPr txBox="1">
            <a:spLocks noGrp="1"/>
          </p:cNvSpPr>
          <p:nvPr>
            <p:ph type="title" idx="15"/>
          </p:nvPr>
        </p:nvSpPr>
        <p:spPr>
          <a:xfrm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16349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/>
          <p:nvPr/>
        </p:nvSpPr>
        <p:spPr>
          <a:xfrm rot="9339447" flipH="1">
            <a:off x="-6876941" y="2926827"/>
            <a:ext cx="9962073" cy="63623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7" name="Google Shape;407;p42"/>
          <p:cNvSpPr/>
          <p:nvPr/>
        </p:nvSpPr>
        <p:spPr>
          <a:xfrm rot="-10285603">
            <a:off x="9533762" y="-3021844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42"/>
          <p:cNvSpPr/>
          <p:nvPr/>
        </p:nvSpPr>
        <p:spPr>
          <a:xfrm rot="649785">
            <a:off x="9130704" y="-325366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9" name="Google Shape;409;p42"/>
          <p:cNvSpPr/>
          <p:nvPr/>
        </p:nvSpPr>
        <p:spPr>
          <a:xfrm rot="813319">
            <a:off x="-5732535" y="-629003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0" name="Google Shape;410;p42"/>
          <p:cNvSpPr/>
          <p:nvPr/>
        </p:nvSpPr>
        <p:spPr>
          <a:xfrm rot="9089871">
            <a:off x="9399935" y="2525041"/>
            <a:ext cx="10434933" cy="383719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1" name="Google Shape;411;p42"/>
          <p:cNvSpPr/>
          <p:nvPr/>
        </p:nvSpPr>
        <p:spPr>
          <a:xfrm rot="-576017">
            <a:off x="-6434039" y="-896366"/>
            <a:ext cx="10434765" cy="383713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2" name="Google Shape;412;p42"/>
          <p:cNvSpPr txBox="1">
            <a:spLocks noGrp="1"/>
          </p:cNvSpPr>
          <p:nvPr>
            <p:ph type="title"/>
          </p:nvPr>
        </p:nvSpPr>
        <p:spPr>
          <a:xfrm>
            <a:off x="961435" y="2576300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3" name="Google Shape;413;p42"/>
          <p:cNvSpPr txBox="1">
            <a:spLocks noGrp="1"/>
          </p:cNvSpPr>
          <p:nvPr>
            <p:ph type="subTitle" idx="1"/>
          </p:nvPr>
        </p:nvSpPr>
        <p:spPr>
          <a:xfrm>
            <a:off x="961500" y="3050533"/>
            <a:ext cx="296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4" name="Google Shape;414;p42"/>
          <p:cNvSpPr txBox="1">
            <a:spLocks noGrp="1"/>
          </p:cNvSpPr>
          <p:nvPr>
            <p:ph type="title" idx="2"/>
          </p:nvPr>
        </p:nvSpPr>
        <p:spPr>
          <a:xfrm>
            <a:off x="961435" y="5121367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5" name="Google Shape;415;p42"/>
          <p:cNvSpPr txBox="1">
            <a:spLocks noGrp="1"/>
          </p:cNvSpPr>
          <p:nvPr>
            <p:ph type="subTitle" idx="3"/>
          </p:nvPr>
        </p:nvSpPr>
        <p:spPr>
          <a:xfrm>
            <a:off x="961467" y="5595600"/>
            <a:ext cx="296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title" idx="4"/>
          </p:nvPr>
        </p:nvSpPr>
        <p:spPr>
          <a:xfrm>
            <a:off x="4611168" y="2576300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7" name="Google Shape;417;p42"/>
          <p:cNvSpPr txBox="1">
            <a:spLocks noGrp="1"/>
          </p:cNvSpPr>
          <p:nvPr>
            <p:ph type="subTitle" idx="5"/>
          </p:nvPr>
        </p:nvSpPr>
        <p:spPr>
          <a:xfrm>
            <a:off x="4611233" y="3050533"/>
            <a:ext cx="296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2"/>
          <p:cNvSpPr txBox="1">
            <a:spLocks noGrp="1"/>
          </p:cNvSpPr>
          <p:nvPr>
            <p:ph type="title" idx="6"/>
          </p:nvPr>
        </p:nvSpPr>
        <p:spPr>
          <a:xfrm>
            <a:off x="4611168" y="5121367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9" name="Google Shape;419;p42"/>
          <p:cNvSpPr txBox="1">
            <a:spLocks noGrp="1"/>
          </p:cNvSpPr>
          <p:nvPr>
            <p:ph type="subTitle" idx="7"/>
          </p:nvPr>
        </p:nvSpPr>
        <p:spPr>
          <a:xfrm>
            <a:off x="4611200" y="5595600"/>
            <a:ext cx="296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0" name="Google Shape;420;p42"/>
          <p:cNvSpPr txBox="1">
            <a:spLocks noGrp="1"/>
          </p:cNvSpPr>
          <p:nvPr>
            <p:ph type="title" idx="8"/>
          </p:nvPr>
        </p:nvSpPr>
        <p:spPr>
          <a:xfrm>
            <a:off x="8260968" y="2576300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1" name="Google Shape;421;p42"/>
          <p:cNvSpPr txBox="1">
            <a:spLocks noGrp="1"/>
          </p:cNvSpPr>
          <p:nvPr>
            <p:ph type="subTitle" idx="9"/>
          </p:nvPr>
        </p:nvSpPr>
        <p:spPr>
          <a:xfrm>
            <a:off x="8261033" y="3050533"/>
            <a:ext cx="296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2" name="Google Shape;422;p42"/>
          <p:cNvSpPr txBox="1">
            <a:spLocks noGrp="1"/>
          </p:cNvSpPr>
          <p:nvPr>
            <p:ph type="title" idx="13"/>
          </p:nvPr>
        </p:nvSpPr>
        <p:spPr>
          <a:xfrm>
            <a:off x="8260968" y="5121367"/>
            <a:ext cx="296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3" name="Google Shape;423;p42"/>
          <p:cNvSpPr txBox="1">
            <a:spLocks noGrp="1"/>
          </p:cNvSpPr>
          <p:nvPr>
            <p:ph type="subTitle" idx="14"/>
          </p:nvPr>
        </p:nvSpPr>
        <p:spPr>
          <a:xfrm>
            <a:off x="8261000" y="5595600"/>
            <a:ext cx="296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4" name="Google Shape;424;p42"/>
          <p:cNvSpPr txBox="1">
            <a:spLocks noGrp="1"/>
          </p:cNvSpPr>
          <p:nvPr>
            <p:ph type="title" idx="15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339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Title and six columns 2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"/>
          <p:cNvSpPr/>
          <p:nvPr/>
        </p:nvSpPr>
        <p:spPr>
          <a:xfrm rot="-9339447">
            <a:off x="9129390" y="3960560"/>
            <a:ext cx="9962073" cy="63623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7" name="Google Shape;427;p43"/>
          <p:cNvSpPr/>
          <p:nvPr/>
        </p:nvSpPr>
        <p:spPr>
          <a:xfrm rot="10285603" flipH="1">
            <a:off x="-7036953" y="-3285477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8" name="Google Shape;428;p43"/>
          <p:cNvSpPr/>
          <p:nvPr/>
        </p:nvSpPr>
        <p:spPr>
          <a:xfrm rot="-649785" flipH="1">
            <a:off x="-5452211" y="1408067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9" name="Google Shape;429;p43"/>
          <p:cNvSpPr/>
          <p:nvPr/>
        </p:nvSpPr>
        <p:spPr>
          <a:xfrm rot="-813319" flipH="1">
            <a:off x="10260813" y="-469623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0" name="Google Shape;430;p43"/>
          <p:cNvSpPr/>
          <p:nvPr/>
        </p:nvSpPr>
        <p:spPr>
          <a:xfrm rot="-9089871" flipH="1">
            <a:off x="-7462180" y="2525041"/>
            <a:ext cx="10434933" cy="383719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1" name="Google Shape;431;p43"/>
          <p:cNvSpPr/>
          <p:nvPr/>
        </p:nvSpPr>
        <p:spPr>
          <a:xfrm rot="1476017" flipH="1">
            <a:off x="9083165" y="1034036"/>
            <a:ext cx="10434761" cy="383713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2" name="Google Shape;432;p43"/>
          <p:cNvSpPr txBox="1">
            <a:spLocks noGrp="1"/>
          </p:cNvSpPr>
          <p:nvPr>
            <p:ph type="title"/>
          </p:nvPr>
        </p:nvSpPr>
        <p:spPr>
          <a:xfrm>
            <a:off x="1657184" y="2576300"/>
            <a:ext cx="249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3" name="Google Shape;433;p43"/>
          <p:cNvSpPr txBox="1">
            <a:spLocks noGrp="1"/>
          </p:cNvSpPr>
          <p:nvPr>
            <p:ph type="subTitle" idx="1"/>
          </p:nvPr>
        </p:nvSpPr>
        <p:spPr>
          <a:xfrm>
            <a:off x="1657240" y="3050533"/>
            <a:ext cx="249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4" name="Google Shape;434;p43"/>
          <p:cNvSpPr txBox="1">
            <a:spLocks noGrp="1"/>
          </p:cNvSpPr>
          <p:nvPr>
            <p:ph type="title" idx="2"/>
          </p:nvPr>
        </p:nvSpPr>
        <p:spPr>
          <a:xfrm>
            <a:off x="1657185" y="4784768"/>
            <a:ext cx="249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5" name="Google Shape;435;p43"/>
          <p:cNvSpPr txBox="1">
            <a:spLocks noGrp="1"/>
          </p:cNvSpPr>
          <p:nvPr>
            <p:ph type="subTitle" idx="3"/>
          </p:nvPr>
        </p:nvSpPr>
        <p:spPr>
          <a:xfrm>
            <a:off x="1657212" y="5259001"/>
            <a:ext cx="249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6" name="Google Shape;436;p43"/>
          <p:cNvSpPr txBox="1">
            <a:spLocks noGrp="1"/>
          </p:cNvSpPr>
          <p:nvPr>
            <p:ph type="title" idx="4"/>
          </p:nvPr>
        </p:nvSpPr>
        <p:spPr>
          <a:xfrm>
            <a:off x="5297551" y="2576300"/>
            <a:ext cx="249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7" name="Google Shape;437;p43"/>
          <p:cNvSpPr txBox="1">
            <a:spLocks noGrp="1"/>
          </p:cNvSpPr>
          <p:nvPr>
            <p:ph type="subTitle" idx="5"/>
          </p:nvPr>
        </p:nvSpPr>
        <p:spPr>
          <a:xfrm>
            <a:off x="5297607" y="3050533"/>
            <a:ext cx="249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8" name="Google Shape;438;p43"/>
          <p:cNvSpPr txBox="1">
            <a:spLocks noGrp="1"/>
          </p:cNvSpPr>
          <p:nvPr>
            <p:ph type="title" idx="6"/>
          </p:nvPr>
        </p:nvSpPr>
        <p:spPr>
          <a:xfrm>
            <a:off x="5297552" y="4784768"/>
            <a:ext cx="249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9" name="Google Shape;439;p43"/>
          <p:cNvSpPr txBox="1">
            <a:spLocks noGrp="1"/>
          </p:cNvSpPr>
          <p:nvPr>
            <p:ph type="subTitle" idx="7"/>
          </p:nvPr>
        </p:nvSpPr>
        <p:spPr>
          <a:xfrm>
            <a:off x="5297579" y="5259001"/>
            <a:ext cx="249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0" name="Google Shape;440;p43"/>
          <p:cNvSpPr txBox="1">
            <a:spLocks noGrp="1"/>
          </p:cNvSpPr>
          <p:nvPr>
            <p:ph type="title" idx="8"/>
          </p:nvPr>
        </p:nvSpPr>
        <p:spPr>
          <a:xfrm>
            <a:off x="8937985" y="2576300"/>
            <a:ext cx="249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1" name="Google Shape;441;p43"/>
          <p:cNvSpPr txBox="1">
            <a:spLocks noGrp="1"/>
          </p:cNvSpPr>
          <p:nvPr>
            <p:ph type="subTitle" idx="9"/>
          </p:nvPr>
        </p:nvSpPr>
        <p:spPr>
          <a:xfrm>
            <a:off x="8938040" y="3050533"/>
            <a:ext cx="249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2" name="Google Shape;442;p43"/>
          <p:cNvSpPr txBox="1">
            <a:spLocks noGrp="1"/>
          </p:cNvSpPr>
          <p:nvPr>
            <p:ph type="title" idx="13"/>
          </p:nvPr>
        </p:nvSpPr>
        <p:spPr>
          <a:xfrm>
            <a:off x="8937985" y="4784768"/>
            <a:ext cx="2499600" cy="6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3" name="Google Shape;443;p43"/>
          <p:cNvSpPr txBox="1">
            <a:spLocks noGrp="1"/>
          </p:cNvSpPr>
          <p:nvPr>
            <p:ph type="subTitle" idx="14"/>
          </p:nvPr>
        </p:nvSpPr>
        <p:spPr>
          <a:xfrm>
            <a:off x="8938012" y="5259001"/>
            <a:ext cx="24996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43"/>
          <p:cNvSpPr txBox="1">
            <a:spLocks noGrp="1"/>
          </p:cNvSpPr>
          <p:nvPr>
            <p:ph type="title" idx="15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13774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/>
          <p:nvPr/>
        </p:nvSpPr>
        <p:spPr>
          <a:xfrm rot="813319">
            <a:off x="-3303669" y="-40990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7" name="Google Shape;447;p44"/>
          <p:cNvSpPr/>
          <p:nvPr/>
        </p:nvSpPr>
        <p:spPr>
          <a:xfrm rot="3394465" flipH="1">
            <a:off x="4102780" y="45776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8" name="Google Shape;448;p44"/>
          <p:cNvSpPr/>
          <p:nvPr/>
        </p:nvSpPr>
        <p:spPr>
          <a:xfrm>
            <a:off x="7086903" y="-165799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9" name="Google Shape;449;p44"/>
          <p:cNvSpPr/>
          <p:nvPr/>
        </p:nvSpPr>
        <p:spPr>
          <a:xfrm rot="3406877">
            <a:off x="4130747" y="-42834"/>
            <a:ext cx="10434787" cy="383714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0" name="Google Shape;450;p44"/>
          <p:cNvSpPr/>
          <p:nvPr/>
        </p:nvSpPr>
        <p:spPr>
          <a:xfrm rot="-649760" flipH="1">
            <a:off x="9433523" y="-951011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1" name="Google Shape;451;p44"/>
          <p:cNvSpPr/>
          <p:nvPr/>
        </p:nvSpPr>
        <p:spPr>
          <a:xfrm rot="-10285603">
            <a:off x="-6269205" y="3852923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2" name="Google Shape;452;p44"/>
          <p:cNvSpPr txBox="1">
            <a:spLocks noGrp="1"/>
          </p:cNvSpPr>
          <p:nvPr>
            <p:ph type="title" hasCustomPrompt="1"/>
          </p:nvPr>
        </p:nvSpPr>
        <p:spPr>
          <a:xfrm>
            <a:off x="964400" y="1002633"/>
            <a:ext cx="6262400" cy="17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9733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53" name="Google Shape;453;p44"/>
          <p:cNvSpPr txBox="1">
            <a:spLocks noGrp="1"/>
          </p:cNvSpPr>
          <p:nvPr>
            <p:ph type="subTitle" idx="1"/>
          </p:nvPr>
        </p:nvSpPr>
        <p:spPr>
          <a:xfrm>
            <a:off x="964400" y="2717569"/>
            <a:ext cx="62624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4" name="Google Shape;454;p44"/>
          <p:cNvSpPr txBox="1">
            <a:spLocks noGrp="1"/>
          </p:cNvSpPr>
          <p:nvPr>
            <p:ph type="title" idx="2" hasCustomPrompt="1"/>
          </p:nvPr>
        </p:nvSpPr>
        <p:spPr>
          <a:xfrm>
            <a:off x="964400" y="3465100"/>
            <a:ext cx="6262400" cy="17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9733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55" name="Google Shape;455;p44"/>
          <p:cNvSpPr txBox="1">
            <a:spLocks noGrp="1"/>
          </p:cNvSpPr>
          <p:nvPr>
            <p:ph type="subTitle" idx="3"/>
          </p:nvPr>
        </p:nvSpPr>
        <p:spPr>
          <a:xfrm>
            <a:off x="964400" y="5186571"/>
            <a:ext cx="6262400" cy="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39695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5"/>
          <p:cNvSpPr/>
          <p:nvPr/>
        </p:nvSpPr>
        <p:spPr>
          <a:xfrm rot="-813319" flipH="1">
            <a:off x="5949162" y="-50938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8" name="Google Shape;458;p45"/>
          <p:cNvSpPr/>
          <p:nvPr/>
        </p:nvSpPr>
        <p:spPr>
          <a:xfrm rot="-3394465">
            <a:off x="-5887465" y="45776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9" name="Google Shape;459;p45"/>
          <p:cNvSpPr/>
          <p:nvPr/>
        </p:nvSpPr>
        <p:spPr>
          <a:xfrm flipH="1">
            <a:off x="-4958421" y="-3106329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0" name="Google Shape;460;p45"/>
          <p:cNvSpPr/>
          <p:nvPr/>
        </p:nvSpPr>
        <p:spPr>
          <a:xfrm rot="-3406877" flipH="1">
            <a:off x="6322137" y="3602399"/>
            <a:ext cx="10434787" cy="383714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1" name="Google Shape;461;p45"/>
          <p:cNvSpPr/>
          <p:nvPr/>
        </p:nvSpPr>
        <p:spPr>
          <a:xfrm rot="649760">
            <a:off x="-4214397" y="4972056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2" name="Google Shape;462;p45"/>
          <p:cNvSpPr/>
          <p:nvPr/>
        </p:nvSpPr>
        <p:spPr>
          <a:xfrm rot="10285603" flipH="1">
            <a:off x="6126630" y="3852923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3" name="Google Shape;463;p45"/>
          <p:cNvSpPr txBox="1">
            <a:spLocks noGrp="1"/>
          </p:cNvSpPr>
          <p:nvPr>
            <p:ph type="title" hasCustomPrompt="1"/>
          </p:nvPr>
        </p:nvSpPr>
        <p:spPr>
          <a:xfrm>
            <a:off x="2964800" y="719333"/>
            <a:ext cx="6262400" cy="11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64" name="Google Shape;464;p45"/>
          <p:cNvSpPr txBox="1">
            <a:spLocks noGrp="1"/>
          </p:cNvSpPr>
          <p:nvPr>
            <p:ph type="subTitle" idx="1"/>
          </p:nvPr>
        </p:nvSpPr>
        <p:spPr>
          <a:xfrm>
            <a:off x="2964800" y="1917117"/>
            <a:ext cx="62624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5" name="Google Shape;465;p45"/>
          <p:cNvSpPr txBox="1">
            <a:spLocks noGrp="1"/>
          </p:cNvSpPr>
          <p:nvPr>
            <p:ph type="title" idx="2" hasCustomPrompt="1"/>
          </p:nvPr>
        </p:nvSpPr>
        <p:spPr>
          <a:xfrm>
            <a:off x="2964800" y="4472467"/>
            <a:ext cx="6262400" cy="11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66" name="Google Shape;466;p45"/>
          <p:cNvSpPr txBox="1">
            <a:spLocks noGrp="1"/>
          </p:cNvSpPr>
          <p:nvPr>
            <p:ph type="subTitle" idx="3"/>
          </p:nvPr>
        </p:nvSpPr>
        <p:spPr>
          <a:xfrm>
            <a:off x="2964800" y="5676568"/>
            <a:ext cx="62624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7" name="Google Shape;467;p45"/>
          <p:cNvSpPr txBox="1">
            <a:spLocks noGrp="1"/>
          </p:cNvSpPr>
          <p:nvPr>
            <p:ph type="title" idx="4" hasCustomPrompt="1"/>
          </p:nvPr>
        </p:nvSpPr>
        <p:spPr>
          <a:xfrm>
            <a:off x="2964800" y="2592733"/>
            <a:ext cx="6262400" cy="11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68" name="Google Shape;468;p45"/>
          <p:cNvSpPr txBox="1">
            <a:spLocks noGrp="1"/>
          </p:cNvSpPr>
          <p:nvPr>
            <p:ph type="subTitle" idx="5"/>
          </p:nvPr>
        </p:nvSpPr>
        <p:spPr>
          <a:xfrm>
            <a:off x="2964800" y="3796835"/>
            <a:ext cx="62624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13818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/>
          <p:nvPr/>
        </p:nvSpPr>
        <p:spPr>
          <a:xfrm rot="-3394465">
            <a:off x="-3906493" y="45776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1" name="Google Shape;471;p46"/>
          <p:cNvSpPr/>
          <p:nvPr/>
        </p:nvSpPr>
        <p:spPr>
          <a:xfrm flipH="1">
            <a:off x="-5442616" y="-165799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2" name="Google Shape;472;p46"/>
          <p:cNvSpPr/>
          <p:nvPr/>
        </p:nvSpPr>
        <p:spPr>
          <a:xfrm rot="-3952094" flipH="1">
            <a:off x="-5272541" y="-42821"/>
            <a:ext cx="10434836" cy="38371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3" name="Google Shape;473;p46"/>
          <p:cNvSpPr/>
          <p:nvPr/>
        </p:nvSpPr>
        <p:spPr>
          <a:xfrm rot="649760">
            <a:off x="-4265425" y="-951011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4" name="Google Shape;474;p46"/>
          <p:cNvSpPr/>
          <p:nvPr/>
        </p:nvSpPr>
        <p:spPr>
          <a:xfrm rot="-813319" flipH="1">
            <a:off x="6568268" y="-40990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5" name="Google Shape;475;p46"/>
          <p:cNvSpPr/>
          <p:nvPr/>
        </p:nvSpPr>
        <p:spPr>
          <a:xfrm rot="10285603" flipH="1">
            <a:off x="8107602" y="5003789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6" name="Google Shape;476;p46"/>
          <p:cNvSpPr/>
          <p:nvPr/>
        </p:nvSpPr>
        <p:spPr>
          <a:xfrm rot="7426355" flipH="1">
            <a:off x="8776069" y="1510440"/>
            <a:ext cx="10434728" cy="38371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7" name="Google Shape;477;p46"/>
          <p:cNvSpPr txBox="1">
            <a:spLocks noGrp="1"/>
          </p:cNvSpPr>
          <p:nvPr>
            <p:ph type="title"/>
          </p:nvPr>
        </p:nvSpPr>
        <p:spPr>
          <a:xfrm flipH="1">
            <a:off x="959900" y="583600"/>
            <a:ext cx="102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46"/>
          <p:cNvSpPr txBox="1">
            <a:spLocks noGrp="1"/>
          </p:cNvSpPr>
          <p:nvPr>
            <p:ph type="title" idx="2"/>
          </p:nvPr>
        </p:nvSpPr>
        <p:spPr>
          <a:xfrm>
            <a:off x="1163301" y="1900551"/>
            <a:ext cx="3073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9" name="Google Shape;479;p46"/>
          <p:cNvSpPr txBox="1">
            <a:spLocks noGrp="1"/>
          </p:cNvSpPr>
          <p:nvPr>
            <p:ph type="subTitle" idx="1"/>
          </p:nvPr>
        </p:nvSpPr>
        <p:spPr>
          <a:xfrm>
            <a:off x="1163300" y="4899567"/>
            <a:ext cx="3073600" cy="12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0" name="Google Shape;480;p46"/>
          <p:cNvSpPr txBox="1">
            <a:spLocks noGrp="1"/>
          </p:cNvSpPr>
          <p:nvPr>
            <p:ph type="title" idx="3"/>
          </p:nvPr>
        </p:nvSpPr>
        <p:spPr>
          <a:xfrm>
            <a:off x="4664133" y="1900551"/>
            <a:ext cx="2863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1" name="Google Shape;481;p46"/>
          <p:cNvSpPr txBox="1">
            <a:spLocks noGrp="1"/>
          </p:cNvSpPr>
          <p:nvPr>
            <p:ph type="subTitle" idx="4"/>
          </p:nvPr>
        </p:nvSpPr>
        <p:spPr>
          <a:xfrm>
            <a:off x="4664135" y="4899567"/>
            <a:ext cx="2863600" cy="12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2" name="Google Shape;482;p46"/>
          <p:cNvSpPr txBox="1">
            <a:spLocks noGrp="1"/>
          </p:cNvSpPr>
          <p:nvPr>
            <p:ph type="title" idx="5"/>
          </p:nvPr>
        </p:nvSpPr>
        <p:spPr>
          <a:xfrm>
            <a:off x="7954828" y="1900551"/>
            <a:ext cx="3074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3" name="Google Shape;483;p46"/>
          <p:cNvSpPr txBox="1">
            <a:spLocks noGrp="1"/>
          </p:cNvSpPr>
          <p:nvPr>
            <p:ph type="subTitle" idx="6"/>
          </p:nvPr>
        </p:nvSpPr>
        <p:spPr>
          <a:xfrm>
            <a:off x="7954833" y="4899567"/>
            <a:ext cx="3074000" cy="12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4" name="Google Shape;484;p46"/>
          <p:cNvSpPr txBox="1">
            <a:spLocks noGrp="1"/>
          </p:cNvSpPr>
          <p:nvPr>
            <p:ph type="title" idx="7" hasCustomPrompt="1"/>
          </p:nvPr>
        </p:nvSpPr>
        <p:spPr>
          <a:xfrm>
            <a:off x="2097431" y="3364859"/>
            <a:ext cx="1197600" cy="5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85" name="Google Shape;485;p46"/>
          <p:cNvSpPr txBox="1">
            <a:spLocks noGrp="1"/>
          </p:cNvSpPr>
          <p:nvPr>
            <p:ph type="title" idx="8" hasCustomPrompt="1"/>
          </p:nvPr>
        </p:nvSpPr>
        <p:spPr>
          <a:xfrm>
            <a:off x="5497519" y="3358579"/>
            <a:ext cx="1197600" cy="5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86" name="Google Shape;486;p46"/>
          <p:cNvSpPr txBox="1">
            <a:spLocks noGrp="1"/>
          </p:cNvSpPr>
          <p:nvPr>
            <p:ph type="title" idx="9" hasCustomPrompt="1"/>
          </p:nvPr>
        </p:nvSpPr>
        <p:spPr>
          <a:xfrm>
            <a:off x="8897025" y="3364859"/>
            <a:ext cx="1197600" cy="5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5891013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7"/>
          <p:cNvSpPr/>
          <p:nvPr/>
        </p:nvSpPr>
        <p:spPr>
          <a:xfrm rot="7405535">
            <a:off x="4535180" y="-5574790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9" name="Google Shape;489;p47"/>
          <p:cNvSpPr/>
          <p:nvPr/>
        </p:nvSpPr>
        <p:spPr>
          <a:xfrm rot="10800000" flipH="1">
            <a:off x="8255103" y="87660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0" name="Google Shape;490;p47"/>
          <p:cNvSpPr/>
          <p:nvPr/>
        </p:nvSpPr>
        <p:spPr>
          <a:xfrm rot="6847906" flipH="1">
            <a:off x="7070849" y="2619463"/>
            <a:ext cx="10434836" cy="38371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1" name="Google Shape;491;p47"/>
          <p:cNvSpPr/>
          <p:nvPr/>
        </p:nvSpPr>
        <p:spPr>
          <a:xfrm rot="-10150240">
            <a:off x="9865923" y="5377645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2" name="Google Shape;492;p47"/>
          <p:cNvSpPr/>
          <p:nvPr/>
        </p:nvSpPr>
        <p:spPr>
          <a:xfrm rot="9986681" flipH="1">
            <a:off x="-2871269" y="292736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3" name="Google Shape;493;p47"/>
          <p:cNvSpPr/>
          <p:nvPr/>
        </p:nvSpPr>
        <p:spPr>
          <a:xfrm rot="-514397" flipH="1">
            <a:off x="-5836805" y="-4952477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4" name="Google Shape;494;p47"/>
          <p:cNvSpPr/>
          <p:nvPr/>
        </p:nvSpPr>
        <p:spPr>
          <a:xfrm rot="-3373645" flipH="1">
            <a:off x="-6977656" y="1066240"/>
            <a:ext cx="10434728" cy="38371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5" name="Google Shape;495;p47"/>
          <p:cNvSpPr txBox="1">
            <a:spLocks noGrp="1"/>
          </p:cNvSpPr>
          <p:nvPr>
            <p:ph type="title"/>
          </p:nvPr>
        </p:nvSpPr>
        <p:spPr>
          <a:xfrm>
            <a:off x="1163301" y="3484384"/>
            <a:ext cx="3073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6" name="Google Shape;496;p47"/>
          <p:cNvSpPr txBox="1">
            <a:spLocks noGrp="1"/>
          </p:cNvSpPr>
          <p:nvPr>
            <p:ph type="subTitle" idx="1"/>
          </p:nvPr>
        </p:nvSpPr>
        <p:spPr>
          <a:xfrm>
            <a:off x="1163300" y="3972000"/>
            <a:ext cx="3073600" cy="12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47"/>
          <p:cNvSpPr txBox="1">
            <a:spLocks noGrp="1"/>
          </p:cNvSpPr>
          <p:nvPr>
            <p:ph type="title" idx="2"/>
          </p:nvPr>
        </p:nvSpPr>
        <p:spPr>
          <a:xfrm>
            <a:off x="4664133" y="3484384"/>
            <a:ext cx="2863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8" name="Google Shape;498;p47"/>
          <p:cNvSpPr txBox="1">
            <a:spLocks noGrp="1"/>
          </p:cNvSpPr>
          <p:nvPr>
            <p:ph type="subTitle" idx="3"/>
          </p:nvPr>
        </p:nvSpPr>
        <p:spPr>
          <a:xfrm>
            <a:off x="4664135" y="3972000"/>
            <a:ext cx="2863600" cy="12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9" name="Google Shape;499;p47"/>
          <p:cNvSpPr txBox="1">
            <a:spLocks noGrp="1"/>
          </p:cNvSpPr>
          <p:nvPr>
            <p:ph type="title" idx="4"/>
          </p:nvPr>
        </p:nvSpPr>
        <p:spPr>
          <a:xfrm>
            <a:off x="7954828" y="3484384"/>
            <a:ext cx="3074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0" name="Google Shape;500;p47"/>
          <p:cNvSpPr txBox="1">
            <a:spLocks noGrp="1"/>
          </p:cNvSpPr>
          <p:nvPr>
            <p:ph type="subTitle" idx="5"/>
          </p:nvPr>
        </p:nvSpPr>
        <p:spPr>
          <a:xfrm>
            <a:off x="7954833" y="3972000"/>
            <a:ext cx="3074000" cy="12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1" name="Google Shape;501;p47"/>
          <p:cNvSpPr txBox="1">
            <a:spLocks noGrp="1"/>
          </p:cNvSpPr>
          <p:nvPr>
            <p:ph type="title" idx="6" hasCustomPrompt="1"/>
          </p:nvPr>
        </p:nvSpPr>
        <p:spPr>
          <a:xfrm>
            <a:off x="1876033" y="2039533"/>
            <a:ext cx="1640400" cy="5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2" name="Google Shape;502;p47"/>
          <p:cNvSpPr txBox="1">
            <a:spLocks noGrp="1"/>
          </p:cNvSpPr>
          <p:nvPr>
            <p:ph type="title" idx="7" hasCustomPrompt="1"/>
          </p:nvPr>
        </p:nvSpPr>
        <p:spPr>
          <a:xfrm>
            <a:off x="5276116" y="2033233"/>
            <a:ext cx="1640400" cy="5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3" name="Google Shape;503;p47"/>
          <p:cNvSpPr txBox="1">
            <a:spLocks noGrp="1"/>
          </p:cNvSpPr>
          <p:nvPr>
            <p:ph type="title" idx="8" hasCustomPrompt="1"/>
          </p:nvPr>
        </p:nvSpPr>
        <p:spPr>
          <a:xfrm>
            <a:off x="8675636" y="2039533"/>
            <a:ext cx="1640400" cy="5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1433867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"/>
          <p:cNvSpPr/>
          <p:nvPr/>
        </p:nvSpPr>
        <p:spPr>
          <a:xfrm rot="-813319" flipH="1">
            <a:off x="5910265" y="-45656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6" name="Google Shape;506;p48"/>
          <p:cNvSpPr/>
          <p:nvPr/>
        </p:nvSpPr>
        <p:spPr>
          <a:xfrm rot="649785">
            <a:off x="-2421926" y="-984566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7" name="Google Shape;507;p48"/>
          <p:cNvSpPr/>
          <p:nvPr/>
        </p:nvSpPr>
        <p:spPr>
          <a:xfrm flipH="1">
            <a:off x="827827" y="2984134"/>
            <a:ext cx="9962231" cy="63624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8" name="Google Shape;508;p48"/>
          <p:cNvSpPr/>
          <p:nvPr/>
        </p:nvSpPr>
        <p:spPr>
          <a:xfrm rot="-8823147" flipH="1">
            <a:off x="7738954" y="3745031"/>
            <a:ext cx="7987189" cy="748424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9" name="Google Shape;509;p48"/>
          <p:cNvSpPr/>
          <p:nvPr/>
        </p:nvSpPr>
        <p:spPr>
          <a:xfrm rot="8100000" flipH="1">
            <a:off x="-3363990" y="658901"/>
            <a:ext cx="6581116" cy="502651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0" name="Google Shape;510;p48"/>
          <p:cNvSpPr/>
          <p:nvPr/>
        </p:nvSpPr>
        <p:spPr>
          <a:xfrm rot="-649785" flipH="1">
            <a:off x="5257174" y="5868167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1" name="Google Shape;511;p48"/>
          <p:cNvSpPr/>
          <p:nvPr/>
        </p:nvSpPr>
        <p:spPr>
          <a:xfrm rot="-2128845" flipH="1">
            <a:off x="-2272852" y="-2356972"/>
            <a:ext cx="10434923" cy="383718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2" name="Google Shape;512;p48"/>
          <p:cNvSpPr txBox="1">
            <a:spLocks noGrp="1"/>
          </p:cNvSpPr>
          <p:nvPr>
            <p:ph type="title"/>
          </p:nvPr>
        </p:nvSpPr>
        <p:spPr>
          <a:xfrm>
            <a:off x="1702200" y="585200"/>
            <a:ext cx="8787600" cy="1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9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3" name="Google Shape;513;p48"/>
          <p:cNvSpPr txBox="1">
            <a:spLocks noGrp="1"/>
          </p:cNvSpPr>
          <p:nvPr>
            <p:ph type="subTitle" idx="1"/>
          </p:nvPr>
        </p:nvSpPr>
        <p:spPr>
          <a:xfrm>
            <a:off x="3806200" y="2203963"/>
            <a:ext cx="4579600" cy="1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4" name="Google Shape;514;p48"/>
          <p:cNvSpPr/>
          <p:nvPr/>
        </p:nvSpPr>
        <p:spPr>
          <a:xfrm rot="9555807" flipH="1">
            <a:off x="10213389" y="3063059"/>
            <a:ext cx="10434795" cy="383714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5" name="Google Shape;515;p48"/>
          <p:cNvSpPr txBox="1"/>
          <p:nvPr/>
        </p:nvSpPr>
        <p:spPr>
          <a:xfrm>
            <a:off x="2229467" y="5289733"/>
            <a:ext cx="7742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includes icons, infographics &amp; images by</a:t>
            </a:r>
            <a:r>
              <a:rPr lang="en" sz="1333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6942557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/>
          <p:nvPr/>
        </p:nvSpPr>
        <p:spPr>
          <a:xfrm rot="-10285629">
            <a:off x="5521165" y="-2686831"/>
            <a:ext cx="12628784" cy="806541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8" name="Google Shape;518;p49"/>
          <p:cNvSpPr/>
          <p:nvPr/>
        </p:nvSpPr>
        <p:spPr>
          <a:xfrm flipH="1">
            <a:off x="9091505" y="3448885"/>
            <a:ext cx="7689028" cy="49106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9" name="Google Shape;519;p49"/>
          <p:cNvSpPr/>
          <p:nvPr/>
        </p:nvSpPr>
        <p:spPr>
          <a:xfrm rot="9748587" flipH="1">
            <a:off x="7468703" y="2695020"/>
            <a:ext cx="10934592" cy="402093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0" name="Google Shape;520;p49"/>
          <p:cNvSpPr/>
          <p:nvPr/>
        </p:nvSpPr>
        <p:spPr>
          <a:xfrm rot="4102346" flipH="1">
            <a:off x="-3027956" y="5074463"/>
            <a:ext cx="12555117" cy="801836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1" name="Google Shape;521;p49"/>
          <p:cNvSpPr/>
          <p:nvPr/>
        </p:nvSpPr>
        <p:spPr>
          <a:xfrm rot="813319">
            <a:off x="-4774235" y="-1900963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2" name="Google Shape;522;p49"/>
          <p:cNvSpPr/>
          <p:nvPr/>
        </p:nvSpPr>
        <p:spPr>
          <a:xfrm>
            <a:off x="4087103" y="-5601329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83346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0"/>
          <p:cNvSpPr/>
          <p:nvPr/>
        </p:nvSpPr>
        <p:spPr>
          <a:xfrm rot="4102360" flipH="1">
            <a:off x="-3350044" y="5374181"/>
            <a:ext cx="9962104" cy="636232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5" name="Google Shape;525;p50"/>
          <p:cNvSpPr/>
          <p:nvPr/>
        </p:nvSpPr>
        <p:spPr>
          <a:xfrm rot="813319">
            <a:off x="-5506135" y="-231603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6" name="Google Shape;526;p50"/>
          <p:cNvSpPr/>
          <p:nvPr/>
        </p:nvSpPr>
        <p:spPr>
          <a:xfrm rot="3394465" flipH="1">
            <a:off x="7457779" y="2895225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7" name="Google Shape;527;p50"/>
          <p:cNvSpPr/>
          <p:nvPr/>
        </p:nvSpPr>
        <p:spPr>
          <a:xfrm rot="-10285603">
            <a:off x="8448629" y="-3889711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8" name="Google Shape;528;p50"/>
          <p:cNvSpPr/>
          <p:nvPr/>
        </p:nvSpPr>
        <p:spPr>
          <a:xfrm rot="-2238616">
            <a:off x="-6180971" y="627126"/>
            <a:ext cx="10434771" cy="383713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267385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"/>
          <p:cNvSpPr/>
          <p:nvPr/>
        </p:nvSpPr>
        <p:spPr>
          <a:xfrm rot="813319">
            <a:off x="-1495054" y="-4565697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1" name="Google Shape;531;p51"/>
          <p:cNvSpPr/>
          <p:nvPr/>
        </p:nvSpPr>
        <p:spPr>
          <a:xfrm rot="-649785" flipH="1">
            <a:off x="9294753" y="-984566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2" name="Google Shape;532;p51"/>
          <p:cNvSpPr/>
          <p:nvPr/>
        </p:nvSpPr>
        <p:spPr>
          <a:xfrm>
            <a:off x="2161298" y="2984134"/>
            <a:ext cx="9962231" cy="6362409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3" name="Google Shape;533;p51"/>
          <p:cNvSpPr/>
          <p:nvPr/>
        </p:nvSpPr>
        <p:spPr>
          <a:xfrm rot="8823147">
            <a:off x="-2774787" y="3745031"/>
            <a:ext cx="7987189" cy="748424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4" name="Google Shape;534;p51"/>
          <p:cNvSpPr/>
          <p:nvPr/>
        </p:nvSpPr>
        <p:spPr>
          <a:xfrm rot="-8100000">
            <a:off x="9734230" y="658901"/>
            <a:ext cx="6581116" cy="502651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5" name="Google Shape;535;p51"/>
          <p:cNvSpPr/>
          <p:nvPr/>
        </p:nvSpPr>
        <p:spPr>
          <a:xfrm rot="649785">
            <a:off x="1615653" y="5868167"/>
            <a:ext cx="6078529" cy="1821148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6" name="Google Shape;536;p51"/>
          <p:cNvSpPr/>
          <p:nvPr/>
        </p:nvSpPr>
        <p:spPr>
          <a:xfrm rot="2128845">
            <a:off x="4789285" y="-2356972"/>
            <a:ext cx="10434923" cy="3837189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7" name="Google Shape;537;p51"/>
          <p:cNvSpPr/>
          <p:nvPr/>
        </p:nvSpPr>
        <p:spPr>
          <a:xfrm rot="-9555807">
            <a:off x="-7696828" y="3063059"/>
            <a:ext cx="10434795" cy="3837143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504106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2"/>
          <p:cNvSpPr/>
          <p:nvPr/>
        </p:nvSpPr>
        <p:spPr>
          <a:xfrm rot="-7405535" flipH="1">
            <a:off x="-4312893" y="-5269990"/>
            <a:ext cx="11604457" cy="74109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0" name="Google Shape;540;p52"/>
          <p:cNvSpPr/>
          <p:nvPr/>
        </p:nvSpPr>
        <p:spPr>
          <a:xfrm rot="10800000">
            <a:off x="-5849016" y="1181406"/>
            <a:ext cx="9420656" cy="7195189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1" name="Google Shape;541;p52"/>
          <p:cNvSpPr/>
          <p:nvPr/>
        </p:nvSpPr>
        <p:spPr>
          <a:xfrm rot="-6847906">
            <a:off x="-5678941" y="2924263"/>
            <a:ext cx="10434836" cy="38371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2" name="Google Shape;542;p52"/>
          <p:cNvSpPr/>
          <p:nvPr/>
        </p:nvSpPr>
        <p:spPr>
          <a:xfrm rot="10150240" flipH="1">
            <a:off x="-4671825" y="5682445"/>
            <a:ext cx="6632645" cy="1987163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3" name="Google Shape;543;p52"/>
          <p:cNvSpPr/>
          <p:nvPr/>
        </p:nvSpPr>
        <p:spPr>
          <a:xfrm rot="-9986681">
            <a:off x="6161868" y="3232160"/>
            <a:ext cx="8536145" cy="758553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4" name="Google Shape;544;p52"/>
          <p:cNvSpPr/>
          <p:nvPr/>
        </p:nvSpPr>
        <p:spPr>
          <a:xfrm rot="514397">
            <a:off x="7701202" y="-4647677"/>
            <a:ext cx="9962348" cy="6362485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5" name="Google Shape;545;p52"/>
          <p:cNvSpPr/>
          <p:nvPr/>
        </p:nvSpPr>
        <p:spPr>
          <a:xfrm rot="3373645">
            <a:off x="8369669" y="1371040"/>
            <a:ext cx="10434728" cy="383711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243207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9065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5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40620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17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1433" y="585200"/>
            <a:ext cx="10264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1433" y="1802491"/>
            <a:ext cx="10269200" cy="4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07175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54819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6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54" name="Google Shape;554;p56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301835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EBE1-B25F-EF5E-9DB0-BD407F270D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5000" dirty="0"/>
              <a:t>Touchless HCI for Media Control Using Hand Gestures on NVIDIA Jetson Nano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D7E54-D594-91CD-C13A-5E0545DB0F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GESTURE MAPPING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478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0F5211-6656-D090-4712-538B2920A637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011384" y="-833783"/>
            <a:ext cx="8850160" cy="1498000"/>
          </a:xfrm>
        </p:spPr>
        <p:txBody>
          <a:bodyPr/>
          <a:lstStyle/>
          <a:p>
            <a:r>
              <a:rPr lang="en-GB" sz="3000" dirty="0"/>
              <a:t>GESTURE TABLE</a:t>
            </a:r>
            <a:endParaRPr lang="en-IN" sz="3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BB61E0-6151-CF3A-D010-CE4441996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47545"/>
              </p:ext>
            </p:extLst>
          </p:nvPr>
        </p:nvGraphicFramePr>
        <p:xfrm>
          <a:off x="630100" y="708846"/>
          <a:ext cx="10931800" cy="574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950">
                  <a:extLst>
                    <a:ext uri="{9D8B030D-6E8A-4147-A177-3AD203B41FA5}">
                      <a16:colId xmlns:a16="http://schemas.microsoft.com/office/drawing/2014/main" val="116291583"/>
                    </a:ext>
                  </a:extLst>
                </a:gridCol>
                <a:gridCol w="2732950">
                  <a:extLst>
                    <a:ext uri="{9D8B030D-6E8A-4147-A177-3AD203B41FA5}">
                      <a16:colId xmlns:a16="http://schemas.microsoft.com/office/drawing/2014/main" val="1613282026"/>
                    </a:ext>
                  </a:extLst>
                </a:gridCol>
                <a:gridCol w="2732950">
                  <a:extLst>
                    <a:ext uri="{9D8B030D-6E8A-4147-A177-3AD203B41FA5}">
                      <a16:colId xmlns:a16="http://schemas.microsoft.com/office/drawing/2014/main" val="3659853442"/>
                    </a:ext>
                  </a:extLst>
                </a:gridCol>
                <a:gridCol w="2732950">
                  <a:extLst>
                    <a:ext uri="{9D8B030D-6E8A-4147-A177-3AD203B41FA5}">
                      <a16:colId xmlns:a16="http://schemas.microsoft.com/office/drawing/2014/main" val="3615601329"/>
                    </a:ext>
                  </a:extLst>
                </a:gridCol>
              </a:tblGrid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GESTURE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HAND LABEL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BINARY LIST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VLC LOGIC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306967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BOTH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[1, 1, 1, 1, 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Pause / Play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9030871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BOTH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[0, 0, 0, 0, 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Mute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598314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BOTH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/>
                        <a:t>[0, 1, 0, 0, 0]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Volume Up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014130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BOTH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[0, 1, 1, 0, 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Volume Down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828522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RIGHT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[1, 1, 0, 0, 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Seek Forward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872462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LEFT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[1, 1, 0, 0, 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Seek Backward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540294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RIGHT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[1, 0, 0, 0, 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Next Video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95652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LEFT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[1, 0, 0, 0, 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Previous Video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68485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BOTH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S</a:t>
                      </a:r>
                      <a:r>
                        <a:rPr lang="en-IN" dirty="0"/>
                        <a:t>um ==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Maximize / Minimize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249340"/>
                  </a:ext>
                </a:extLst>
              </a:tr>
              <a:tr h="5224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BOTH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[0, 0, 0, 0, 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/>
                        <a:t>Lock Toggle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35888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A1E9F7-3A6A-8016-37DB-53D1E9ADA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463" y="1304239"/>
            <a:ext cx="386233" cy="386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3F5E7-B323-E30A-34DF-53F3F0691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463" y="1779731"/>
            <a:ext cx="386234" cy="3862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52B97A-399C-8E96-00EE-E2495B8D0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192" y="2338555"/>
            <a:ext cx="659225" cy="3862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0D0D963-A84A-F98A-06F9-41ADAF9AA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192" y="2707004"/>
            <a:ext cx="659225" cy="6592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91E03C3-DDF3-CF5F-2AC7-A9EBEB2DBA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192" y="3274418"/>
            <a:ext cx="653154" cy="6531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EA8DCCE-5291-56EA-90BB-362E277F0B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51" y="3774777"/>
            <a:ext cx="653154" cy="6531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4B3ED8-DDB0-E993-00B9-3401D09DEF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42" y="4305356"/>
            <a:ext cx="659225" cy="6592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21A7467-3F2A-B824-63A3-D4A41AB3FF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471" y="4836479"/>
            <a:ext cx="659225" cy="659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C8B4D-298A-0724-A3E9-05D358A8ED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51" y="5392033"/>
            <a:ext cx="554504" cy="554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5C5129-7AFC-5C26-5829-F3CEB52F19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51" y="5898745"/>
            <a:ext cx="554504" cy="55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04827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Korean Aesthetic Pitch Deck by Slidesgo">
  <a:themeElements>
    <a:clrScheme name="Simple Light">
      <a:dk1>
        <a:srgbClr val="1E1E1E"/>
      </a:dk1>
      <a:lt1>
        <a:srgbClr val="664B34"/>
      </a:lt1>
      <a:dk2>
        <a:srgbClr val="887C62"/>
      </a:dk2>
      <a:lt2>
        <a:srgbClr val="D4CBBB"/>
      </a:lt2>
      <a:accent1>
        <a:srgbClr val="E7E2D6"/>
      </a:accent1>
      <a:accent2>
        <a:srgbClr val="F3F3F3"/>
      </a:accent2>
      <a:accent3>
        <a:srgbClr val="E2B0A6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Korean Aesthetic Pitch Deck XL by Slidesgo</Template>
  <TotalTime>680</TotalTime>
  <Words>158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Arial</vt:lpstr>
      <vt:lpstr>Kulim Park</vt:lpstr>
      <vt:lpstr>Kulim Park SemiBold</vt:lpstr>
      <vt:lpstr>Manrope</vt:lpstr>
      <vt:lpstr>Nunito Light</vt:lpstr>
      <vt:lpstr>Proxima Nova</vt:lpstr>
      <vt:lpstr>Proxima Nova Semibold</vt:lpstr>
      <vt:lpstr>PT Sans</vt:lpstr>
      <vt:lpstr>Minimalist Korean Aesthetic Pitch Deck by Slidesgo</vt:lpstr>
      <vt:lpstr>Slidesgo Final Pages</vt:lpstr>
      <vt:lpstr>1_Slidesgo Final Pages</vt:lpstr>
      <vt:lpstr>Touchless HCI for Media Control Using Hand Gestures on NVIDIA Jetson Nano</vt:lpstr>
      <vt:lpstr>GESTURE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Raj</dc:creator>
  <cp:lastModifiedBy>Jonas Raj</cp:lastModifiedBy>
  <cp:revision>4</cp:revision>
  <dcterms:created xsi:type="dcterms:W3CDTF">2026-02-09T09:39:58Z</dcterms:created>
  <dcterms:modified xsi:type="dcterms:W3CDTF">2026-02-13T14:19:56Z</dcterms:modified>
</cp:coreProperties>
</file>